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  <p:sldId id="272" r:id="rId7"/>
    <p:sldId id="27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AF9A9BD-510C-45FE-82F4-6B4875D7A388}"/>
              </a:ext>
            </a:extLst>
          </p:cNvPr>
          <p:cNvSpPr txBox="1"/>
          <p:nvPr/>
        </p:nvSpPr>
        <p:spPr>
          <a:xfrm>
            <a:off x="617295" y="5642842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90792A-350D-4057-9179-0D14067C38FF}"/>
              </a:ext>
            </a:extLst>
          </p:cNvPr>
          <p:cNvSpPr txBox="1"/>
          <p:nvPr/>
        </p:nvSpPr>
        <p:spPr>
          <a:xfrm>
            <a:off x="617294" y="2478826"/>
            <a:ext cx="58858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6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3E585B8A-9249-49B7-9F17-CAC6FDBA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95" y="5685561"/>
            <a:ext cx="776336" cy="77633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77491C-C18D-48E0-A3C9-CC924EEDD808}"/>
              </a:ext>
            </a:extLst>
          </p:cNvPr>
          <p:cNvSpPr txBox="1"/>
          <p:nvPr/>
        </p:nvSpPr>
        <p:spPr>
          <a:xfrm>
            <a:off x="3401321" y="5765591"/>
            <a:ext cx="1593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Regístree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E92BF6-08EE-3679-3DE0-7F4A3756D185}"/>
              </a:ext>
            </a:extLst>
          </p:cNvPr>
          <p:cNvSpPr txBox="1"/>
          <p:nvPr/>
        </p:nvSpPr>
        <p:spPr>
          <a:xfrm>
            <a:off x="3401321" y="6090894"/>
            <a:ext cx="352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7D5398B-C465-F262-44A8-9352C2AA7E96}"/>
              </a:ext>
            </a:extLst>
          </p:cNvPr>
          <p:cNvGrpSpPr/>
          <p:nvPr/>
        </p:nvGrpSpPr>
        <p:grpSpPr>
          <a:xfrm>
            <a:off x="6950361" y="1610444"/>
            <a:ext cx="3102658" cy="2539130"/>
            <a:chOff x="8063017" y="2713922"/>
            <a:chExt cx="3639552" cy="2978509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3C6ADD74-3731-5AE1-85FE-3686D37A0403}"/>
                </a:ext>
              </a:extLst>
            </p:cNvPr>
            <p:cNvGrpSpPr/>
            <p:nvPr/>
          </p:nvGrpSpPr>
          <p:grpSpPr>
            <a:xfrm>
              <a:off x="8763478" y="2713922"/>
              <a:ext cx="2939091" cy="1423987"/>
              <a:chOff x="7013187" y="2368281"/>
              <a:chExt cx="2939091" cy="1423987"/>
            </a:xfrm>
          </p:grpSpPr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C9C967F7-B710-AEA7-C8BF-CFB730C22A5F}"/>
                  </a:ext>
                </a:extLst>
              </p:cNvPr>
              <p:cNvCxnSpPr/>
              <p:nvPr/>
            </p:nvCxnSpPr>
            <p:spPr>
              <a:xfrm>
                <a:off x="8235397" y="3357273"/>
                <a:ext cx="171688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464124E6-57CF-452C-4ABA-86627D193CC2}"/>
                  </a:ext>
                </a:extLst>
              </p:cNvPr>
              <p:cNvSpPr/>
              <p:nvPr/>
            </p:nvSpPr>
            <p:spPr>
              <a:xfrm>
                <a:off x="7013187" y="2368281"/>
                <a:ext cx="1423987" cy="1423987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5000" r="-25000"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pt-BR" u="sng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18E2D07-1B96-A808-1625-0E215FBBF61C}"/>
                  </a:ext>
                </a:extLst>
              </p:cNvPr>
              <p:cNvSpPr txBox="1"/>
              <p:nvPr/>
            </p:nvSpPr>
            <p:spPr>
              <a:xfrm>
                <a:off x="8437174" y="2803275"/>
                <a:ext cx="132401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1" dirty="0">
                    <a:solidFill>
                      <a:srgbClr val="2BF6D1"/>
                    </a:solidFill>
                    <a:cs typeface="Calibri"/>
                  </a:rPr>
                  <a:t>NOME</a:t>
                </a:r>
                <a:endParaRPr lang="en-US" sz="1600" dirty="0">
                  <a:cs typeface="Calibri" panose="020F0502020204030204"/>
                </a:endParaRPr>
              </a:p>
              <a:p>
                <a:r>
                  <a:rPr lang="pt-BR" sz="1400" dirty="0">
                    <a:solidFill>
                      <a:schemeClr val="bg1">
                        <a:lumMod val="95000"/>
                      </a:schemeClr>
                    </a:solidFill>
                    <a:ea typeface="+mn-lt"/>
                    <a:cs typeface="+mn-lt"/>
                  </a:rPr>
                  <a:t>Instituição</a:t>
                </a: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6EF2D27B-6D08-9EC1-3069-F4D2D70AB0CB}"/>
                </a:ext>
              </a:extLst>
            </p:cNvPr>
            <p:cNvGrpSpPr/>
            <p:nvPr/>
          </p:nvGrpSpPr>
          <p:grpSpPr>
            <a:xfrm>
              <a:off x="8063017" y="4268444"/>
              <a:ext cx="2939092" cy="1423987"/>
              <a:chOff x="7148617" y="2884435"/>
              <a:chExt cx="2939092" cy="1423987"/>
            </a:xfrm>
          </p:grpSpPr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5FA7C1B6-3F7B-4E54-3A66-DE49004A71E8}"/>
                  </a:ext>
                </a:extLst>
              </p:cNvPr>
              <p:cNvCxnSpPr/>
              <p:nvPr/>
            </p:nvCxnSpPr>
            <p:spPr>
              <a:xfrm>
                <a:off x="8370828" y="3873427"/>
                <a:ext cx="171688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21308D74-C6E5-9532-F477-1B283B9EAE82}"/>
                  </a:ext>
                </a:extLst>
              </p:cNvPr>
              <p:cNvSpPr/>
              <p:nvPr/>
            </p:nvSpPr>
            <p:spPr>
              <a:xfrm>
                <a:off x="7148617" y="2884435"/>
                <a:ext cx="1423987" cy="1423987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5000" r="-25000"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pt-BR" u="sng" dirty="0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3736983-A4ED-7762-4238-7022BBD5326D}"/>
                  </a:ext>
                </a:extLst>
              </p:cNvPr>
              <p:cNvSpPr txBox="1"/>
              <p:nvPr/>
            </p:nvSpPr>
            <p:spPr>
              <a:xfrm>
                <a:off x="8572606" y="3319430"/>
                <a:ext cx="132401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1" dirty="0">
                    <a:solidFill>
                      <a:srgbClr val="2BF6D1"/>
                    </a:solidFill>
                    <a:cs typeface="Calibri"/>
                  </a:rPr>
                  <a:t>NOME</a:t>
                </a:r>
                <a:endParaRPr lang="en-US" sz="1600" dirty="0">
                  <a:cs typeface="Calibri" panose="020F0502020204030204"/>
                </a:endParaRPr>
              </a:p>
              <a:p>
                <a:r>
                  <a:rPr lang="pt-BR" sz="1400" dirty="0">
                    <a:solidFill>
                      <a:schemeClr val="bg1">
                        <a:lumMod val="95000"/>
                      </a:schemeClr>
                    </a:solidFill>
                    <a:ea typeface="+mn-lt"/>
                    <a:cs typeface="+mn-lt"/>
                  </a:rPr>
                  <a:t>Instituição</a:t>
                </a:r>
              </a:p>
            </p:txBody>
          </p:sp>
        </p:grp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6FE4C9-2F65-B6CB-FA77-379F4299801C}"/>
              </a:ext>
            </a:extLst>
          </p:cNvPr>
          <p:cNvSpPr txBox="1"/>
          <p:nvPr/>
        </p:nvSpPr>
        <p:spPr>
          <a:xfrm>
            <a:off x="617295" y="3728033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2BF6D1"/>
                </a:solidFill>
                <a:cs typeface="Calibri"/>
              </a:rPr>
              <a:t>NOME</a:t>
            </a:r>
            <a:endParaRPr lang="en-US" dirty="0">
              <a:cs typeface="Calibri" panose="020F0502020204030204"/>
            </a:endParaRP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Cargo</a:t>
            </a: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BIREME/OPS/OMS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A50F-281B-791F-E9B8-C0651FC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47D575-22A3-1319-C1B6-47DCF33A18E3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9B2DFB-5EFE-A62B-1EC4-6760C7EE9F85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AB0C67A-1CFC-E849-8327-BC6A8772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75055"/>
              </p:ext>
            </p:extLst>
          </p:nvPr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7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7A33-FDBD-0008-EE65-2703209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81898F5-C650-BC2C-5620-51EC66A8877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942027-4F6A-3736-529D-724397D68F73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0B61890-F789-885A-69DC-B8EE05F4EE4B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150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Props1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235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184</cp:revision>
  <dcterms:created xsi:type="dcterms:W3CDTF">2022-03-07T18:58:56Z</dcterms:created>
  <dcterms:modified xsi:type="dcterms:W3CDTF">2025-03-07T16:10:07Z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