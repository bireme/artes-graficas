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63" r:id="rId5"/>
    <p:sldId id="275" r:id="rId6"/>
    <p:sldId id="272" r:id="rId7"/>
    <p:sldId id="276" r:id="rId8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BF6D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D550B58-E76B-9825-9B0C-5966C304EA4A}" v="35" dt="2022-11-14T20:07:48.632"/>
    <p1510:client id="{30F50AA3-D74E-FD3B-0AD5-959B73FC135A}" v="6" dt="2022-08-08T19:44:26.816"/>
    <p1510:client id="{31D25DD7-348F-190B-EEAF-8E59EF8C422E}" v="47" dt="2022-08-11T13:32:53.682"/>
    <p1510:client id="{42ED5755-349A-7A3E-C6DB-94023914AD68}" v="20" dt="2022-03-14T21:14:18.147"/>
    <p1510:client id="{43883719-6EC3-6E0C-DAC7-9D78D0B17293}" v="4" dt="2022-03-14T21:19:52.284"/>
    <p1510:client id="{464981A0-2BDE-169F-493E-A3FE6B1D553D}" v="18" dt="2022-09-19T18:25:05.482"/>
    <p1510:client id="{577CE0D6-A064-F545-E919-61586BE7415B}" v="2" dt="2022-03-28T17:17:35.910"/>
    <p1510:client id="{5880E926-849C-2666-FD27-07C61032C626}" v="118" dt="2022-03-15T17:55:53.852"/>
    <p1510:client id="{6A5EA628-9E5E-25C3-2298-8700DDE6A7ED}" v="364" dt="2022-03-14T19:57:39.053"/>
    <p1510:client id="{8B5141F9-5FB0-4F86-961F-D4F756C51D15}" v="3" dt="2022-03-14T18:41:21.020"/>
    <p1510:client id="{A0F4FE83-82DF-1D5D-AF7D-27F2359ED51F}" v="46" dt="2022-05-24T00:50:20.408"/>
    <p1510:client id="{C1D36F4B-01DD-9CC3-6791-9681BD9A398B}" v="75" dt="2022-07-18T20:42:51.281"/>
    <p1510:client id="{C929E924-C57C-7332-5C5D-C6517D4B82E9}" v="1" dt="2023-04-13T18:09:20.073"/>
    <p1510:client id="{CE171F51-D9DB-9D5D-519A-8802AC33A253}" v="86" dt="2022-03-14T21:21:25.402"/>
    <p1510:client id="{D6BC422F-386C-C5D3-DA48-6AAB1AE6C91B}" v="32" dt="2022-05-16T20:27:57.542"/>
    <p1510:client id="{E91F84CC-3D13-045E-BDA4-BA8BA7290FFF}" v="8" dt="2022-03-15T19:21:09.821"/>
    <p1510:client id="{EB53A539-5361-960B-CC05-C76378A32394}" v="109" dt="2022-08-08T19:42:32.955"/>
    <p1510:client id="{F121C50A-2DE7-B332-CCA5-F1214938FF9D}" v="1" dt="2023-06-15T18:45:31.551"/>
    <p1510:client id="{F68D26F5-1ECE-8A9A-7EE9-FB527A64F9CF}" v="50" dt="2022-04-18T19:47:59.22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Estilo Médio 2 - Ênfase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21E4AEA4-8DFA-4A89-87EB-49C32662AFE0}" styleName="Estilo Médio 2 - Ênfas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1EBBBCC-DAD2-459C-BE2E-F6DE35CF9A28}" styleName="Estilo Escuro 2 - Ênfase 3/Ênfase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EB9631B5-78F2-41C9-869B-9F39066F8104}" styleName="Estilo Médio 3 - Ênfase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1E171933-4619-4E11-9A3F-F7608DF75F80}" styleName="Estilo Médio 1 - Ênfas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7DF18680-E054-41AD-8BC1-D1AEF772440D}" styleName="Estilo Médio 2 - Ênfase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413" autoAdjust="0"/>
    <p:restoredTop sz="94660"/>
  </p:normalViewPr>
  <p:slideViewPr>
    <p:cSldViewPr snapToGrid="0">
      <p:cViewPr varScale="1">
        <p:scale>
          <a:sx n="78" d="100"/>
          <a:sy n="78" d="100"/>
        </p:scale>
        <p:origin x="139" y="6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ableStyles" Target="tableStyle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heme" Target="theme/theme1.xml"/><Relationship Id="rId5" Type="http://schemas.openxmlformats.org/officeDocument/2006/relationships/slide" Target="slides/slide1.xml"/><Relationship Id="rId10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e Paula, Angelica (BIR)" userId="S::depaulang@paho.org::0a5f1c06-9934-4ea2-a1f7-08a528874a6f" providerId="AD" clId="Web-{0D550B58-E76B-9825-9B0C-5966C304EA4A}"/>
    <pc:docChg chg="modSld">
      <pc:chgData name="de Paula, Angelica (BIR)" userId="S::depaulang@paho.org::0a5f1c06-9934-4ea2-a1f7-08a528874a6f" providerId="AD" clId="Web-{0D550B58-E76B-9825-9B0C-5966C304EA4A}" dt="2022-11-14T20:07:48.632" v="18" actId="1076"/>
      <pc:docMkLst>
        <pc:docMk/>
      </pc:docMkLst>
      <pc:sldChg chg="modSp">
        <pc:chgData name="de Paula, Angelica (BIR)" userId="S::depaulang@paho.org::0a5f1c06-9934-4ea2-a1f7-08a528874a6f" providerId="AD" clId="Web-{0D550B58-E76B-9825-9B0C-5966C304EA4A}" dt="2022-11-14T20:07:48.632" v="18" actId="1076"/>
        <pc:sldMkLst>
          <pc:docMk/>
          <pc:sldMk cId="3864115211" sldId="263"/>
        </pc:sldMkLst>
        <pc:spChg chg="mod">
          <ac:chgData name="de Paula, Angelica (BIR)" userId="S::depaulang@paho.org::0a5f1c06-9934-4ea2-a1f7-08a528874a6f" providerId="AD" clId="Web-{0D550B58-E76B-9825-9B0C-5966C304EA4A}" dt="2022-11-14T20:07:08.897" v="6" actId="1076"/>
          <ac:spMkLst>
            <pc:docMk/>
            <pc:sldMk cId="3864115211" sldId="263"/>
            <ac:spMk id="8" creationId="{F290792A-350D-4057-9179-0D14067C38FF}"/>
          </ac:spMkLst>
        </pc:spChg>
        <pc:spChg chg="mod">
          <ac:chgData name="de Paula, Angelica (BIR)" userId="S::depaulang@paho.org::0a5f1c06-9934-4ea2-a1f7-08a528874a6f" providerId="AD" clId="Web-{0D550B58-E76B-9825-9B0C-5966C304EA4A}" dt="2022-11-14T20:07:38.617" v="14" actId="20577"/>
          <ac:spMkLst>
            <pc:docMk/>
            <pc:sldMk cId="3864115211" sldId="263"/>
            <ac:spMk id="13" creationId="{73469698-8A80-48EF-812D-53FD1B9D377E}"/>
          </ac:spMkLst>
        </pc:spChg>
        <pc:spChg chg="mod">
          <ac:chgData name="de Paula, Angelica (BIR)" userId="S::depaulang@paho.org::0a5f1c06-9934-4ea2-a1f7-08a528874a6f" providerId="AD" clId="Web-{0D550B58-E76B-9825-9B0C-5966C304EA4A}" dt="2022-11-14T20:07:27.225" v="13" actId="20577"/>
          <ac:spMkLst>
            <pc:docMk/>
            <pc:sldMk cId="3864115211" sldId="263"/>
            <ac:spMk id="14" creationId="{4AF9A9BD-510C-45FE-82F4-6B4875D7A388}"/>
          </ac:spMkLst>
        </pc:spChg>
        <pc:spChg chg="mod">
          <ac:chgData name="de Paula, Angelica (BIR)" userId="S::depaulang@paho.org::0a5f1c06-9934-4ea2-a1f7-08a528874a6f" providerId="AD" clId="Web-{0D550B58-E76B-9825-9B0C-5966C304EA4A}" dt="2022-11-14T20:07:12.662" v="7" actId="1076"/>
          <ac:spMkLst>
            <pc:docMk/>
            <pc:sldMk cId="3864115211" sldId="263"/>
            <ac:spMk id="16" creationId="{291C6265-3F9D-4175-BA71-75733CC7EBCC}"/>
          </ac:spMkLst>
        </pc:spChg>
        <pc:grpChg chg="mod">
          <ac:chgData name="de Paula, Angelica (BIR)" userId="S::depaulang@paho.org::0a5f1c06-9934-4ea2-a1f7-08a528874a6f" providerId="AD" clId="Web-{0D550B58-E76B-9825-9B0C-5966C304EA4A}" dt="2022-11-14T20:07:48.632" v="18" actId="1076"/>
          <ac:grpSpMkLst>
            <pc:docMk/>
            <pc:sldMk cId="3864115211" sldId="263"/>
            <ac:grpSpMk id="5" creationId="{9F36847F-BB94-4727-ADB8-9A62EEC124EF}"/>
          </ac:grpSpMkLst>
        </pc:grpChg>
        <pc:grpChg chg="mod">
          <ac:chgData name="de Paula, Angelica (BIR)" userId="S::depaulang@paho.org::0a5f1c06-9934-4ea2-a1f7-08a528874a6f" providerId="AD" clId="Web-{0D550B58-E76B-9825-9B0C-5966C304EA4A}" dt="2022-11-14T20:07:19.897" v="8" actId="1076"/>
          <ac:grpSpMkLst>
            <pc:docMk/>
            <pc:sldMk cId="3864115211" sldId="263"/>
            <ac:grpSpMk id="7" creationId="{07CCA6CC-D277-498D-82DE-0F5909BE6127}"/>
          </ac:grpSpMkLst>
        </pc:grpChg>
        <pc:grpChg chg="mod">
          <ac:chgData name="de Paula, Angelica (BIR)" userId="S::depaulang@paho.org::0a5f1c06-9934-4ea2-a1f7-08a528874a6f" providerId="AD" clId="Web-{0D550B58-E76B-9825-9B0C-5966C304EA4A}" dt="2022-11-14T20:07:05.475" v="5" actId="1076"/>
          <ac:grpSpMkLst>
            <pc:docMk/>
            <pc:sldMk cId="3864115211" sldId="263"/>
            <ac:grpSpMk id="9" creationId="{042B0C75-640D-4529-AFC3-1594E7FFF83D}"/>
          </ac:grpSpMkLst>
        </pc:grpChg>
      </pc:sldChg>
    </pc:docChg>
  </pc:docChgLst>
  <pc:docChgLst>
    <pc:chgData name="de Paula, Angelica (BIR)" userId="S::depaulang@paho.org::0a5f1c06-9934-4ea2-a1f7-08a528874a6f" providerId="AD" clId="Web-{6A5EA628-9E5E-25C3-2298-8700DDE6A7ED}"/>
    <pc:docChg chg="addSld modSld">
      <pc:chgData name="de Paula, Angelica (BIR)" userId="S::depaulang@paho.org::0a5f1c06-9934-4ea2-a1f7-08a528874a6f" providerId="AD" clId="Web-{6A5EA628-9E5E-25C3-2298-8700DDE6A7ED}" dt="2022-03-14T19:57:39.053" v="248" actId="1076"/>
      <pc:docMkLst>
        <pc:docMk/>
      </pc:docMkLst>
      <pc:sldChg chg="addSp delSp modSp">
        <pc:chgData name="de Paula, Angelica (BIR)" userId="S::depaulang@paho.org::0a5f1c06-9934-4ea2-a1f7-08a528874a6f" providerId="AD" clId="Web-{6A5EA628-9E5E-25C3-2298-8700DDE6A7ED}" dt="2022-03-14T19:05:00.794" v="71" actId="20577"/>
        <pc:sldMkLst>
          <pc:docMk/>
          <pc:sldMk cId="4096796879" sldId="256"/>
        </pc:sldMkLst>
        <pc:spChg chg="mod">
          <ac:chgData name="de Paula, Angelica (BIR)" userId="S::depaulang@paho.org::0a5f1c06-9934-4ea2-a1f7-08a528874a6f" providerId="AD" clId="Web-{6A5EA628-9E5E-25C3-2298-8700DDE6A7ED}" dt="2022-03-14T19:04:50.075" v="55" actId="20577"/>
          <ac:spMkLst>
            <pc:docMk/>
            <pc:sldMk cId="4096796879" sldId="256"/>
            <ac:spMk id="7" creationId="{7D4F18B5-973E-460D-B565-0C1E77A6663A}"/>
          </ac:spMkLst>
        </pc:spChg>
        <pc:spChg chg="add del mod">
          <ac:chgData name="de Paula, Angelica (BIR)" userId="S::depaulang@paho.org::0a5f1c06-9934-4ea2-a1f7-08a528874a6f" providerId="AD" clId="Web-{6A5EA628-9E5E-25C3-2298-8700DDE6A7ED}" dt="2022-03-14T19:04:47.372" v="52" actId="20577"/>
          <ac:spMkLst>
            <pc:docMk/>
            <pc:sldMk cId="4096796879" sldId="256"/>
            <ac:spMk id="8" creationId="{F290792A-350D-4057-9179-0D14067C38FF}"/>
          </ac:spMkLst>
        </pc:spChg>
        <pc:spChg chg="mod">
          <ac:chgData name="de Paula, Angelica (BIR)" userId="S::depaulang@paho.org::0a5f1c06-9934-4ea2-a1f7-08a528874a6f" providerId="AD" clId="Web-{6A5EA628-9E5E-25C3-2298-8700DDE6A7ED}" dt="2022-03-14T19:04:40.919" v="43" actId="1076"/>
          <ac:spMkLst>
            <pc:docMk/>
            <pc:sldMk cId="4096796879" sldId="256"/>
            <ac:spMk id="16" creationId="{291C6265-3F9D-4175-BA71-75733CC7EBCC}"/>
          </ac:spMkLst>
        </pc:spChg>
        <pc:spChg chg="mod">
          <ac:chgData name="de Paula, Angelica (BIR)" userId="S::depaulang@paho.org::0a5f1c06-9934-4ea2-a1f7-08a528874a6f" providerId="AD" clId="Web-{6A5EA628-9E5E-25C3-2298-8700DDE6A7ED}" dt="2022-03-14T19:05:00.794" v="71" actId="20577"/>
          <ac:spMkLst>
            <pc:docMk/>
            <pc:sldMk cId="4096796879" sldId="256"/>
            <ac:spMk id="18" creationId="{A5148C0F-CE26-425A-BC20-0C361D615A5D}"/>
          </ac:spMkLst>
        </pc:spChg>
        <pc:spChg chg="mod">
          <ac:chgData name="de Paula, Angelica (BIR)" userId="S::depaulang@paho.org::0a5f1c06-9934-4ea2-a1f7-08a528874a6f" providerId="AD" clId="Web-{6A5EA628-9E5E-25C3-2298-8700DDE6A7ED}" dt="2022-03-14T19:04:52.841" v="56" actId="14100"/>
          <ac:spMkLst>
            <pc:docMk/>
            <pc:sldMk cId="4096796879" sldId="256"/>
            <ac:spMk id="19" creationId="{009C2614-0428-4606-80AC-89FAEB8754BB}"/>
          </ac:spMkLst>
        </pc:spChg>
      </pc:sldChg>
      <pc:sldChg chg="addSp delSp modSp add replId">
        <pc:chgData name="de Paula, Angelica (BIR)" userId="S::depaulang@paho.org::0a5f1c06-9934-4ea2-a1f7-08a528874a6f" providerId="AD" clId="Web-{6A5EA628-9E5E-25C3-2298-8700DDE6A7ED}" dt="2022-03-14T19:57:39.053" v="248" actId="1076"/>
        <pc:sldMkLst>
          <pc:docMk/>
          <pc:sldMk cId="35420182" sldId="257"/>
        </pc:sldMkLst>
        <pc:spChg chg="add mod ord">
          <ac:chgData name="de Paula, Angelica (BIR)" userId="S::depaulang@paho.org::0a5f1c06-9934-4ea2-a1f7-08a528874a6f" providerId="AD" clId="Web-{6A5EA628-9E5E-25C3-2298-8700DDE6A7ED}" dt="2022-03-14T19:56:38.817" v="243" actId="1076"/>
          <ac:spMkLst>
            <pc:docMk/>
            <pc:sldMk cId="35420182" sldId="257"/>
            <ac:spMk id="6" creationId="{18919DFE-7FA8-4E4E-AD5F-55FA04DFAF76}"/>
          </ac:spMkLst>
        </pc:spChg>
        <pc:spChg chg="del">
          <ac:chgData name="de Paula, Angelica (BIR)" userId="S::depaulang@paho.org::0a5f1c06-9934-4ea2-a1f7-08a528874a6f" providerId="AD" clId="Web-{6A5EA628-9E5E-25C3-2298-8700DDE6A7ED}" dt="2022-03-14T19:05:31.920" v="87"/>
          <ac:spMkLst>
            <pc:docMk/>
            <pc:sldMk cId="35420182" sldId="257"/>
            <ac:spMk id="7" creationId="{7D4F18B5-973E-460D-B565-0C1E77A6663A}"/>
          </ac:spMkLst>
        </pc:spChg>
        <pc:spChg chg="mod topLvl">
          <ac:chgData name="de Paula, Angelica (BIR)" userId="S::depaulang@paho.org::0a5f1c06-9934-4ea2-a1f7-08a528874a6f" providerId="AD" clId="Web-{6A5EA628-9E5E-25C3-2298-8700DDE6A7ED}" dt="2022-03-14T19:57:17.052" v="245" actId="20577"/>
          <ac:spMkLst>
            <pc:docMk/>
            <pc:sldMk cId="35420182" sldId="257"/>
            <ac:spMk id="8" creationId="{F290792A-350D-4057-9179-0D14067C38FF}"/>
          </ac:spMkLst>
        </pc:spChg>
        <pc:spChg chg="add del">
          <ac:chgData name="de Paula, Angelica (BIR)" userId="S::depaulang@paho.org::0a5f1c06-9934-4ea2-a1f7-08a528874a6f" providerId="AD" clId="Web-{6A5EA628-9E5E-25C3-2298-8700DDE6A7ED}" dt="2022-03-14T19:22:28.878" v="222"/>
          <ac:spMkLst>
            <pc:docMk/>
            <pc:sldMk cId="35420182" sldId="257"/>
            <ac:spMk id="11" creationId="{32717DCE-CD7B-4AAE-9BE7-0EEE7339D040}"/>
          </ac:spMkLst>
        </pc:spChg>
        <pc:spChg chg="mod">
          <ac:chgData name="de Paula, Angelica (BIR)" userId="S::depaulang@paho.org::0a5f1c06-9934-4ea2-a1f7-08a528874a6f" providerId="AD" clId="Web-{6A5EA628-9E5E-25C3-2298-8700DDE6A7ED}" dt="2022-03-14T19:10:48.114" v="176" actId="14100"/>
          <ac:spMkLst>
            <pc:docMk/>
            <pc:sldMk cId="35420182" sldId="257"/>
            <ac:spMk id="13" creationId="{73469698-8A80-48EF-812D-53FD1B9D377E}"/>
          </ac:spMkLst>
        </pc:spChg>
        <pc:spChg chg="mod">
          <ac:chgData name="de Paula, Angelica (BIR)" userId="S::depaulang@paho.org::0a5f1c06-9934-4ea2-a1f7-08a528874a6f" providerId="AD" clId="Web-{6A5EA628-9E5E-25C3-2298-8700DDE6A7ED}" dt="2022-03-14T19:23:14.208" v="229" actId="1076"/>
          <ac:spMkLst>
            <pc:docMk/>
            <pc:sldMk cId="35420182" sldId="257"/>
            <ac:spMk id="14" creationId="{4AF9A9BD-510C-45FE-82F4-6B4875D7A388}"/>
          </ac:spMkLst>
        </pc:spChg>
        <pc:spChg chg="del mod">
          <ac:chgData name="de Paula, Angelica (BIR)" userId="S::depaulang@paho.org::0a5f1c06-9934-4ea2-a1f7-08a528874a6f" providerId="AD" clId="Web-{6A5EA628-9E5E-25C3-2298-8700DDE6A7ED}" dt="2022-03-14T19:09:47.769" v="165"/>
          <ac:spMkLst>
            <pc:docMk/>
            <pc:sldMk cId="35420182" sldId="257"/>
            <ac:spMk id="15" creationId="{45719264-9975-4BF0-B554-16BC973C80BE}"/>
          </ac:spMkLst>
        </pc:spChg>
        <pc:spChg chg="mod topLvl">
          <ac:chgData name="de Paula, Angelica (BIR)" userId="S::depaulang@paho.org::0a5f1c06-9934-4ea2-a1f7-08a528874a6f" providerId="AD" clId="Web-{6A5EA628-9E5E-25C3-2298-8700DDE6A7ED}" dt="2022-03-14T19:57:23.068" v="246" actId="1076"/>
          <ac:spMkLst>
            <pc:docMk/>
            <pc:sldMk cId="35420182" sldId="257"/>
            <ac:spMk id="16" creationId="{291C6265-3F9D-4175-BA71-75733CC7EBCC}"/>
          </ac:spMkLst>
        </pc:spChg>
        <pc:spChg chg="mod">
          <ac:chgData name="de Paula, Angelica (BIR)" userId="S::depaulang@paho.org::0a5f1c06-9934-4ea2-a1f7-08a528874a6f" providerId="AD" clId="Web-{6A5EA628-9E5E-25C3-2298-8700DDE6A7ED}" dt="2022-03-14T19:10:55.630" v="178" actId="20577"/>
          <ac:spMkLst>
            <pc:docMk/>
            <pc:sldMk cId="35420182" sldId="257"/>
            <ac:spMk id="17" creationId="{CD77491C-C18D-48E0-A3C9-CC924EEDD808}"/>
          </ac:spMkLst>
        </pc:spChg>
        <pc:spChg chg="mod">
          <ac:chgData name="de Paula, Angelica (BIR)" userId="S::depaulang@paho.org::0a5f1c06-9934-4ea2-a1f7-08a528874a6f" providerId="AD" clId="Web-{6A5EA628-9E5E-25C3-2298-8700DDE6A7ED}" dt="2022-03-14T19:05:26.077" v="86" actId="14100"/>
          <ac:spMkLst>
            <pc:docMk/>
            <pc:sldMk cId="35420182" sldId="257"/>
            <ac:spMk id="18" creationId="{A5148C0F-CE26-425A-BC20-0C361D615A5D}"/>
          </ac:spMkLst>
        </pc:spChg>
        <pc:spChg chg="mod">
          <ac:chgData name="de Paula, Angelica (BIR)" userId="S::depaulang@paho.org::0a5f1c06-9934-4ea2-a1f7-08a528874a6f" providerId="AD" clId="Web-{6A5EA628-9E5E-25C3-2298-8700DDE6A7ED}" dt="2022-03-14T19:07:09.172" v="125" actId="14100"/>
          <ac:spMkLst>
            <pc:docMk/>
            <pc:sldMk cId="35420182" sldId="257"/>
            <ac:spMk id="19" creationId="{009C2614-0428-4606-80AC-89FAEB8754BB}"/>
          </ac:spMkLst>
        </pc:spChg>
        <pc:grpChg chg="add mod">
          <ac:chgData name="de Paula, Angelica (BIR)" userId="S::depaulang@paho.org::0a5f1c06-9934-4ea2-a1f7-08a528874a6f" providerId="AD" clId="Web-{6A5EA628-9E5E-25C3-2298-8700DDE6A7ED}" dt="2022-03-14T19:15:20.292" v="196" actId="1076"/>
          <ac:grpSpMkLst>
            <pc:docMk/>
            <pc:sldMk cId="35420182" sldId="257"/>
            <ac:grpSpMk id="2" creationId="{F4D20715-539C-4470-AFA4-9E71DAB2D1C5}"/>
          </ac:grpSpMkLst>
        </pc:grpChg>
        <pc:grpChg chg="add">
          <ac:chgData name="de Paula, Angelica (BIR)" userId="S::depaulang@paho.org::0a5f1c06-9934-4ea2-a1f7-08a528874a6f" providerId="AD" clId="Web-{6A5EA628-9E5E-25C3-2298-8700DDE6A7ED}" dt="2022-03-14T19:14:05.993" v="179"/>
          <ac:grpSpMkLst>
            <pc:docMk/>
            <pc:sldMk cId="35420182" sldId="257"/>
            <ac:grpSpMk id="4" creationId="{87E38FEE-4F87-44F6-9319-95F15D77E307}"/>
          </ac:grpSpMkLst>
        </pc:grpChg>
        <pc:grpChg chg="add mod">
          <ac:chgData name="de Paula, Angelica (BIR)" userId="S::depaulang@paho.org::0a5f1c06-9934-4ea2-a1f7-08a528874a6f" providerId="AD" clId="Web-{6A5EA628-9E5E-25C3-2298-8700DDE6A7ED}" dt="2022-03-14T19:23:19.505" v="230" actId="1076"/>
          <ac:grpSpMkLst>
            <pc:docMk/>
            <pc:sldMk cId="35420182" sldId="257"/>
            <ac:grpSpMk id="5" creationId="{9F36847F-BB94-4727-ADB8-9A62EEC124EF}"/>
          </ac:grpSpMkLst>
        </pc:grpChg>
        <pc:grpChg chg="add del mod">
          <ac:chgData name="de Paula, Angelica (BIR)" userId="S::depaulang@paho.org::0a5f1c06-9934-4ea2-a1f7-08a528874a6f" providerId="AD" clId="Web-{6A5EA628-9E5E-25C3-2298-8700DDE6A7ED}" dt="2022-03-14T19:23:36.286" v="231"/>
          <ac:grpSpMkLst>
            <pc:docMk/>
            <pc:sldMk cId="35420182" sldId="257"/>
            <ac:grpSpMk id="6" creationId="{8B1580CB-E27F-439F-A3C4-3425DBADB33B}"/>
          </ac:grpSpMkLst>
        </pc:grpChg>
        <pc:grpChg chg="add mod">
          <ac:chgData name="de Paula, Angelica (BIR)" userId="S::depaulang@paho.org::0a5f1c06-9934-4ea2-a1f7-08a528874a6f" providerId="AD" clId="Web-{6A5EA628-9E5E-25C3-2298-8700DDE6A7ED}" dt="2022-03-14T19:57:39.053" v="248" actId="1076"/>
          <ac:grpSpMkLst>
            <pc:docMk/>
            <pc:sldMk cId="35420182" sldId="257"/>
            <ac:grpSpMk id="7" creationId="{07CCA6CC-D277-498D-82DE-0F5909BE6127}"/>
          </ac:grpSpMkLst>
        </pc:grpChg>
        <pc:picChg chg="mod">
          <ac:chgData name="de Paula, Angelica (BIR)" userId="S::depaulang@paho.org::0a5f1c06-9934-4ea2-a1f7-08a528874a6f" providerId="AD" clId="Web-{6A5EA628-9E5E-25C3-2298-8700DDE6A7ED}" dt="2022-03-14T19:08:26.705" v="130" actId="1076"/>
          <ac:picMkLst>
            <pc:docMk/>
            <pc:sldMk cId="35420182" sldId="257"/>
            <ac:picMk id="3" creationId="{2BE0C019-CD61-4A16-9FE5-547E468B4C8D}"/>
          </ac:picMkLst>
        </pc:picChg>
        <pc:picChg chg="add del mod modCrop">
          <ac:chgData name="de Paula, Angelica (BIR)" userId="S::depaulang@paho.org::0a5f1c06-9934-4ea2-a1f7-08a528874a6f" providerId="AD" clId="Web-{6A5EA628-9E5E-25C3-2298-8700DDE6A7ED}" dt="2022-03-14T19:20:12.032" v="215"/>
          <ac:picMkLst>
            <pc:docMk/>
            <pc:sldMk cId="35420182" sldId="257"/>
            <ac:picMk id="9" creationId="{0229C5DC-2E9B-4157-84BA-BE5B49FC3243}"/>
          </ac:picMkLst>
        </pc:picChg>
        <pc:picChg chg="add mod">
          <ac:chgData name="de Paula, Angelica (BIR)" userId="S::depaulang@paho.org::0a5f1c06-9934-4ea2-a1f7-08a528874a6f" providerId="AD" clId="Web-{6A5EA628-9E5E-25C3-2298-8700DDE6A7ED}" dt="2022-03-14T19:22:59.801" v="226" actId="1076"/>
          <ac:picMkLst>
            <pc:docMk/>
            <pc:sldMk cId="35420182" sldId="257"/>
            <ac:picMk id="10" creationId="{1632CC3E-F9F7-4175-8A1A-899B318B805F}"/>
          </ac:picMkLst>
        </pc:picChg>
        <pc:picChg chg="mod">
          <ac:chgData name="de Paula, Angelica (BIR)" userId="S::depaulang@paho.org::0a5f1c06-9934-4ea2-a1f7-08a528874a6f" providerId="AD" clId="Web-{6A5EA628-9E5E-25C3-2298-8700DDE6A7ED}" dt="2022-03-14T19:14:09.056" v="180" actId="1076"/>
          <ac:picMkLst>
            <pc:docMk/>
            <pc:sldMk cId="35420182" sldId="257"/>
            <ac:picMk id="12" creationId="{3E585B8A-9249-49B7-9F17-CAC6FDBADED9}"/>
          </ac:picMkLst>
        </pc:picChg>
      </pc:sldChg>
    </pc:docChg>
  </pc:docChgLst>
  <pc:docChgLst>
    <pc:chgData name="de Paula, Angelica (BIR)" userId="S::depaulang@paho.org::0a5f1c06-9934-4ea2-a1f7-08a528874a6f" providerId="AD" clId="Web-{5880E926-849C-2666-FD27-07C61032C626}"/>
    <pc:docChg chg="modSld">
      <pc:chgData name="de Paula, Angelica (BIR)" userId="S::depaulang@paho.org::0a5f1c06-9934-4ea2-a1f7-08a528874a6f" providerId="AD" clId="Web-{5880E926-849C-2666-FD27-07C61032C626}" dt="2022-03-15T17:55:53.852" v="99" actId="1076"/>
      <pc:docMkLst>
        <pc:docMk/>
      </pc:docMkLst>
      <pc:sldChg chg="addSp delSp modSp">
        <pc:chgData name="de Paula, Angelica (BIR)" userId="S::depaulang@paho.org::0a5f1c06-9934-4ea2-a1f7-08a528874a6f" providerId="AD" clId="Web-{5880E926-849C-2666-FD27-07C61032C626}" dt="2022-03-15T17:55:53.852" v="99" actId="1076"/>
        <pc:sldMkLst>
          <pc:docMk/>
          <pc:sldMk cId="35420182" sldId="257"/>
        </pc:sldMkLst>
        <pc:spChg chg="mod topLvl">
          <ac:chgData name="de Paula, Angelica (BIR)" userId="S::depaulang@paho.org::0a5f1c06-9934-4ea2-a1f7-08a528874a6f" providerId="AD" clId="Web-{5880E926-849C-2666-FD27-07C61032C626}" dt="2022-03-15T17:52:51.755" v="56" actId="14100"/>
          <ac:spMkLst>
            <pc:docMk/>
            <pc:sldMk cId="35420182" sldId="257"/>
            <ac:spMk id="8" creationId="{F290792A-350D-4057-9179-0D14067C38FF}"/>
          </ac:spMkLst>
        </pc:spChg>
        <pc:spChg chg="mod">
          <ac:chgData name="de Paula, Angelica (BIR)" userId="S::depaulang@paho.org::0a5f1c06-9934-4ea2-a1f7-08a528874a6f" providerId="AD" clId="Web-{5880E926-849C-2666-FD27-07C61032C626}" dt="2022-03-15T17:50:15.501" v="29" actId="1076"/>
          <ac:spMkLst>
            <pc:docMk/>
            <pc:sldMk cId="35420182" sldId="257"/>
            <ac:spMk id="14" creationId="{4AF9A9BD-510C-45FE-82F4-6B4875D7A388}"/>
          </ac:spMkLst>
        </pc:spChg>
        <pc:spChg chg="mod topLvl">
          <ac:chgData name="de Paula, Angelica (BIR)" userId="S::depaulang@paho.org::0a5f1c06-9934-4ea2-a1f7-08a528874a6f" providerId="AD" clId="Web-{5880E926-849C-2666-FD27-07C61032C626}" dt="2022-03-15T17:55:11.429" v="91" actId="1076"/>
          <ac:spMkLst>
            <pc:docMk/>
            <pc:sldMk cId="35420182" sldId="257"/>
            <ac:spMk id="16" creationId="{291C6265-3F9D-4175-BA71-75733CC7EBCC}"/>
          </ac:spMkLst>
        </pc:spChg>
        <pc:grpChg chg="mod">
          <ac:chgData name="de Paula, Angelica (BIR)" userId="S::depaulang@paho.org::0a5f1c06-9934-4ea2-a1f7-08a528874a6f" providerId="AD" clId="Web-{5880E926-849C-2666-FD27-07C61032C626}" dt="2022-03-15T17:55:28.961" v="94" actId="1076"/>
          <ac:grpSpMkLst>
            <pc:docMk/>
            <pc:sldMk cId="35420182" sldId="257"/>
            <ac:grpSpMk id="2" creationId="{F4D20715-539C-4470-AFA4-9E71DAB2D1C5}"/>
          </ac:grpSpMkLst>
        </pc:grpChg>
        <pc:grpChg chg="mod">
          <ac:chgData name="de Paula, Angelica (BIR)" userId="S::depaulang@paho.org::0a5f1c06-9934-4ea2-a1f7-08a528874a6f" providerId="AD" clId="Web-{5880E926-849C-2666-FD27-07C61032C626}" dt="2022-03-15T17:49:02.734" v="18" actId="1076"/>
          <ac:grpSpMkLst>
            <pc:docMk/>
            <pc:sldMk cId="35420182" sldId="257"/>
            <ac:grpSpMk id="5" creationId="{9F36847F-BB94-4727-ADB8-9A62EEC124EF}"/>
          </ac:grpSpMkLst>
        </pc:grpChg>
        <pc:grpChg chg="mod">
          <ac:chgData name="de Paula, Angelica (BIR)" userId="S::depaulang@paho.org::0a5f1c06-9934-4ea2-a1f7-08a528874a6f" providerId="AD" clId="Web-{5880E926-849C-2666-FD27-07C61032C626}" dt="2022-03-15T17:55:53.852" v="99" actId="1076"/>
          <ac:grpSpMkLst>
            <pc:docMk/>
            <pc:sldMk cId="35420182" sldId="257"/>
            <ac:grpSpMk id="7" creationId="{07CCA6CC-D277-498D-82DE-0F5909BE6127}"/>
          </ac:grpSpMkLst>
        </pc:grpChg>
        <pc:grpChg chg="add del mod">
          <ac:chgData name="de Paula, Angelica (BIR)" userId="S::depaulang@paho.org::0a5f1c06-9934-4ea2-a1f7-08a528874a6f" providerId="AD" clId="Web-{5880E926-849C-2666-FD27-07C61032C626}" dt="2022-03-15T17:52:01.254" v="50"/>
          <ac:grpSpMkLst>
            <pc:docMk/>
            <pc:sldMk cId="35420182" sldId="257"/>
            <ac:grpSpMk id="9" creationId="{A3DB4818-A65F-4A3E-B700-334A766DAF55}"/>
          </ac:grpSpMkLst>
        </pc:grpChg>
        <pc:grpChg chg="add mod">
          <ac:chgData name="de Paula, Angelica (BIR)" userId="S::depaulang@paho.org::0a5f1c06-9934-4ea2-a1f7-08a528874a6f" providerId="AD" clId="Web-{5880E926-849C-2666-FD27-07C61032C626}" dt="2022-03-15T17:53:08.614" v="58" actId="1076"/>
          <ac:grpSpMkLst>
            <pc:docMk/>
            <pc:sldMk cId="35420182" sldId="257"/>
            <ac:grpSpMk id="11" creationId="{44B5FBC5-A3AE-4E8F-A3CD-5EF9A3B47A85}"/>
          </ac:grpSpMkLst>
        </pc:grpChg>
        <pc:picChg chg="mod">
          <ac:chgData name="de Paula, Angelica (BIR)" userId="S::depaulang@paho.org::0a5f1c06-9934-4ea2-a1f7-08a528874a6f" providerId="AD" clId="Web-{5880E926-849C-2666-FD27-07C61032C626}" dt="2022-03-15T17:55:37.805" v="96" actId="1076"/>
          <ac:picMkLst>
            <pc:docMk/>
            <pc:sldMk cId="35420182" sldId="257"/>
            <ac:picMk id="3" creationId="{2BE0C019-CD61-4A16-9FE5-547E468B4C8D}"/>
          </ac:picMkLst>
        </pc:picChg>
      </pc:sldChg>
    </pc:docChg>
  </pc:docChgLst>
  <pc:docChgLst>
    <pc:chgData name="de Paula, Angelica (BIR)" userId="S::depaulang@paho.org::0a5f1c06-9934-4ea2-a1f7-08a528874a6f" providerId="AD" clId="Web-{F68D26F5-1ECE-8A9A-7EE9-FB527A64F9CF}"/>
    <pc:docChg chg="modSld">
      <pc:chgData name="de Paula, Angelica (BIR)" userId="S::depaulang@paho.org::0a5f1c06-9934-4ea2-a1f7-08a528874a6f" providerId="AD" clId="Web-{F68D26F5-1ECE-8A9A-7EE9-FB527A64F9CF}" dt="2022-04-18T19:47:59.229" v="30" actId="1076"/>
      <pc:docMkLst>
        <pc:docMk/>
      </pc:docMkLst>
      <pc:sldChg chg="modSp">
        <pc:chgData name="de Paula, Angelica (BIR)" userId="S::depaulang@paho.org::0a5f1c06-9934-4ea2-a1f7-08a528874a6f" providerId="AD" clId="Web-{F68D26F5-1ECE-8A9A-7EE9-FB527A64F9CF}" dt="2022-04-18T19:47:59.229" v="30" actId="1076"/>
        <pc:sldMkLst>
          <pc:docMk/>
          <pc:sldMk cId="2517429313" sldId="259"/>
        </pc:sldMkLst>
        <pc:spChg chg="mod">
          <ac:chgData name="de Paula, Angelica (BIR)" userId="S::depaulang@paho.org::0a5f1c06-9934-4ea2-a1f7-08a528874a6f" providerId="AD" clId="Web-{F68D26F5-1ECE-8A9A-7EE9-FB527A64F9CF}" dt="2022-04-18T19:47:44.995" v="28" actId="20577"/>
          <ac:spMkLst>
            <pc:docMk/>
            <pc:sldMk cId="2517429313" sldId="259"/>
            <ac:spMk id="8" creationId="{F290792A-350D-4057-9179-0D14067C38FF}"/>
          </ac:spMkLst>
        </pc:spChg>
        <pc:spChg chg="mod">
          <ac:chgData name="de Paula, Angelica (BIR)" userId="S::depaulang@paho.org::0a5f1c06-9934-4ea2-a1f7-08a528874a6f" providerId="AD" clId="Web-{F68D26F5-1ECE-8A9A-7EE9-FB527A64F9CF}" dt="2022-04-18T19:46:22.415" v="16" actId="20577"/>
          <ac:spMkLst>
            <pc:docMk/>
            <pc:sldMk cId="2517429313" sldId="259"/>
            <ac:spMk id="13" creationId="{73469698-8A80-48EF-812D-53FD1B9D377E}"/>
          </ac:spMkLst>
        </pc:spChg>
        <pc:spChg chg="mod">
          <ac:chgData name="de Paula, Angelica (BIR)" userId="S::depaulang@paho.org::0a5f1c06-9934-4ea2-a1f7-08a528874a6f" providerId="AD" clId="Web-{F68D26F5-1ECE-8A9A-7EE9-FB527A64F9CF}" dt="2022-04-18T19:46:13.837" v="14" actId="20577"/>
          <ac:spMkLst>
            <pc:docMk/>
            <pc:sldMk cId="2517429313" sldId="259"/>
            <ac:spMk id="14" creationId="{4AF9A9BD-510C-45FE-82F4-6B4875D7A388}"/>
          </ac:spMkLst>
        </pc:spChg>
        <pc:spChg chg="mod">
          <ac:chgData name="de Paula, Angelica (BIR)" userId="S::depaulang@paho.org::0a5f1c06-9934-4ea2-a1f7-08a528874a6f" providerId="AD" clId="Web-{F68D26F5-1ECE-8A9A-7EE9-FB527A64F9CF}" dt="2022-04-18T19:47:59.229" v="30" actId="1076"/>
          <ac:spMkLst>
            <pc:docMk/>
            <pc:sldMk cId="2517429313" sldId="259"/>
            <ac:spMk id="16" creationId="{291C6265-3F9D-4175-BA71-75733CC7EBCC}"/>
          </ac:spMkLst>
        </pc:spChg>
        <pc:grpChg chg="mod">
          <ac:chgData name="de Paula, Angelica (BIR)" userId="S::depaulang@paho.org::0a5f1c06-9934-4ea2-a1f7-08a528874a6f" providerId="AD" clId="Web-{F68D26F5-1ECE-8A9A-7EE9-FB527A64F9CF}" dt="2022-04-18T19:47:06.009" v="21" actId="1076"/>
          <ac:grpSpMkLst>
            <pc:docMk/>
            <pc:sldMk cId="2517429313" sldId="259"/>
            <ac:grpSpMk id="7" creationId="{07CCA6CC-D277-498D-82DE-0F5909BE6127}"/>
          </ac:grpSpMkLst>
        </pc:grpChg>
        <pc:grpChg chg="mod">
          <ac:chgData name="de Paula, Angelica (BIR)" userId="S::depaulang@paho.org::0a5f1c06-9934-4ea2-a1f7-08a528874a6f" providerId="AD" clId="Web-{F68D26F5-1ECE-8A9A-7EE9-FB527A64F9CF}" dt="2022-04-18T19:47:52.339" v="29" actId="1076"/>
          <ac:grpSpMkLst>
            <pc:docMk/>
            <pc:sldMk cId="2517429313" sldId="259"/>
            <ac:grpSpMk id="9" creationId="{042B0C75-640D-4529-AFC3-1594E7FFF83D}"/>
          </ac:grpSpMkLst>
        </pc:grpChg>
      </pc:sldChg>
    </pc:docChg>
  </pc:docChgLst>
  <pc:docChgLst>
    <pc:chgData clId="Web-{F68D26F5-1ECE-8A9A-7EE9-FB527A64F9CF}"/>
    <pc:docChg chg="addSld">
      <pc:chgData name="" userId="" providerId="" clId="Web-{F68D26F5-1ECE-8A9A-7EE9-FB527A64F9CF}" dt="2022-04-18T19:35:53.902" v="0"/>
      <pc:docMkLst>
        <pc:docMk/>
      </pc:docMkLst>
      <pc:sldChg chg="add replId">
        <pc:chgData name="" userId="" providerId="" clId="Web-{F68D26F5-1ECE-8A9A-7EE9-FB527A64F9CF}" dt="2022-04-18T19:35:53.902" v="0"/>
        <pc:sldMkLst>
          <pc:docMk/>
          <pc:sldMk cId="2517429313" sldId="259"/>
        </pc:sldMkLst>
      </pc:sldChg>
    </pc:docChg>
  </pc:docChgLst>
  <pc:docChgLst>
    <pc:chgData name="de Paula, Angelica (BIR)" userId="S::depaulang@paho.org::0a5f1c06-9934-4ea2-a1f7-08a528874a6f" providerId="AD" clId="Web-{D6BC422F-386C-C5D3-DA48-6AAB1AE6C91B}"/>
    <pc:docChg chg="addSld modSld">
      <pc:chgData name="de Paula, Angelica (BIR)" userId="S::depaulang@paho.org::0a5f1c06-9934-4ea2-a1f7-08a528874a6f" providerId="AD" clId="Web-{D6BC422F-386C-C5D3-DA48-6AAB1AE6C91B}" dt="2022-05-16T20:27:57.542" v="16" actId="20577"/>
      <pc:docMkLst>
        <pc:docMk/>
      </pc:docMkLst>
      <pc:sldChg chg="modSp add replId">
        <pc:chgData name="de Paula, Angelica (BIR)" userId="S::depaulang@paho.org::0a5f1c06-9934-4ea2-a1f7-08a528874a6f" providerId="AD" clId="Web-{D6BC422F-386C-C5D3-DA48-6AAB1AE6C91B}" dt="2022-05-16T20:27:57.542" v="16" actId="20577"/>
        <pc:sldMkLst>
          <pc:docMk/>
          <pc:sldMk cId="4196795355" sldId="260"/>
        </pc:sldMkLst>
        <pc:spChg chg="mod">
          <ac:chgData name="de Paula, Angelica (BIR)" userId="S::depaulang@paho.org::0a5f1c06-9934-4ea2-a1f7-08a528874a6f" providerId="AD" clId="Web-{D6BC422F-386C-C5D3-DA48-6AAB1AE6C91B}" dt="2022-05-16T20:27:29.275" v="11" actId="20577"/>
          <ac:spMkLst>
            <pc:docMk/>
            <pc:sldMk cId="4196795355" sldId="260"/>
            <ac:spMk id="8" creationId="{F290792A-350D-4057-9179-0D14067C38FF}"/>
          </ac:spMkLst>
        </pc:spChg>
        <pc:spChg chg="mod">
          <ac:chgData name="de Paula, Angelica (BIR)" userId="S::depaulang@paho.org::0a5f1c06-9934-4ea2-a1f7-08a528874a6f" providerId="AD" clId="Web-{D6BC422F-386C-C5D3-DA48-6AAB1AE6C91B}" dt="2022-05-16T20:27:57.542" v="16" actId="20577"/>
          <ac:spMkLst>
            <pc:docMk/>
            <pc:sldMk cId="4196795355" sldId="260"/>
            <ac:spMk id="13" creationId="{73469698-8A80-48EF-812D-53FD1B9D377E}"/>
          </ac:spMkLst>
        </pc:spChg>
        <pc:spChg chg="mod">
          <ac:chgData name="de Paula, Angelica (BIR)" userId="S::depaulang@paho.org::0a5f1c06-9934-4ea2-a1f7-08a528874a6f" providerId="AD" clId="Web-{D6BC422F-386C-C5D3-DA48-6AAB1AE6C91B}" dt="2022-05-16T20:27:36.291" v="14" actId="20577"/>
          <ac:spMkLst>
            <pc:docMk/>
            <pc:sldMk cId="4196795355" sldId="260"/>
            <ac:spMk id="14" creationId="{4AF9A9BD-510C-45FE-82F4-6B4875D7A388}"/>
          </ac:spMkLst>
        </pc:spChg>
      </pc:sldChg>
    </pc:docChg>
  </pc:docChgLst>
  <pc:docChgLst>
    <pc:chgData name="de Paula, Angelica (BIR)" userId="S::depaulang@paho.org::0a5f1c06-9934-4ea2-a1f7-08a528874a6f" providerId="AD" clId="Web-{F121C50A-2DE7-B332-CCA5-F1214938FF9D}"/>
    <pc:docChg chg="modSld">
      <pc:chgData name="de Paula, Angelica (BIR)" userId="S::depaulang@paho.org::0a5f1c06-9934-4ea2-a1f7-08a528874a6f" providerId="AD" clId="Web-{F121C50A-2DE7-B332-CCA5-F1214938FF9D}" dt="2023-06-15T18:45:31.551" v="0"/>
      <pc:docMkLst>
        <pc:docMk/>
      </pc:docMkLst>
      <pc:sldChg chg="delSp">
        <pc:chgData name="de Paula, Angelica (BIR)" userId="S::depaulang@paho.org::0a5f1c06-9934-4ea2-a1f7-08a528874a6f" providerId="AD" clId="Web-{F121C50A-2DE7-B332-CCA5-F1214938FF9D}" dt="2023-06-15T18:45:31.551" v="0"/>
        <pc:sldMkLst>
          <pc:docMk/>
          <pc:sldMk cId="3864115211" sldId="263"/>
        </pc:sldMkLst>
        <pc:grpChg chg="topLvl">
          <ac:chgData name="de Paula, Angelica (BIR)" userId="S::depaulang@paho.org::0a5f1c06-9934-4ea2-a1f7-08a528874a6f" providerId="AD" clId="Web-{F121C50A-2DE7-B332-CCA5-F1214938FF9D}" dt="2023-06-15T18:45:31.551" v="0"/>
          <ac:grpSpMkLst>
            <pc:docMk/>
            <pc:sldMk cId="3864115211" sldId="263"/>
            <ac:grpSpMk id="4" creationId="{87E38FEE-4F87-44F6-9319-95F15D77E307}"/>
          </ac:grpSpMkLst>
        </pc:grpChg>
        <pc:grpChg chg="del">
          <ac:chgData name="de Paula, Angelica (BIR)" userId="S::depaulang@paho.org::0a5f1c06-9934-4ea2-a1f7-08a528874a6f" providerId="AD" clId="Web-{F121C50A-2DE7-B332-CCA5-F1214938FF9D}" dt="2023-06-15T18:45:31.551" v="0"/>
          <ac:grpSpMkLst>
            <pc:docMk/>
            <pc:sldMk cId="3864115211" sldId="263"/>
            <ac:grpSpMk id="5" creationId="{9F36847F-BB94-4727-ADB8-9A62EEC124EF}"/>
          </ac:grpSpMkLst>
        </pc:grpChg>
        <pc:picChg chg="topLvl">
          <ac:chgData name="de Paula, Angelica (BIR)" userId="S::depaulang@paho.org::0a5f1c06-9934-4ea2-a1f7-08a528874a6f" providerId="AD" clId="Web-{F121C50A-2DE7-B332-CCA5-F1214938FF9D}" dt="2023-06-15T18:45:31.551" v="0"/>
          <ac:picMkLst>
            <pc:docMk/>
            <pc:sldMk cId="3864115211" sldId="263"/>
            <ac:picMk id="12" creationId="{3E585B8A-9249-49B7-9F17-CAC6FDBADED9}"/>
          </ac:picMkLst>
        </pc:picChg>
      </pc:sldChg>
    </pc:docChg>
  </pc:docChgLst>
  <pc:docChgLst>
    <pc:chgData name="Suga, Sueli Mitiko Yano (BIR)" userId="S::sugasuel@paho.org::62410cef-1c84-44dc-a395-c655d83b9167" providerId="AD" clId="Web-{CE171F51-D9DB-9D5D-519A-8802AC33A253}"/>
    <pc:docChg chg="addSld modSld">
      <pc:chgData name="Suga, Sueli Mitiko Yano (BIR)" userId="S::sugasuel@paho.org::62410cef-1c84-44dc-a395-c655d83b9167" providerId="AD" clId="Web-{CE171F51-D9DB-9D5D-519A-8802AC33A253}" dt="2022-03-14T21:21:25.402" v="44" actId="1076"/>
      <pc:docMkLst>
        <pc:docMk/>
      </pc:docMkLst>
      <pc:sldChg chg="modSp add replId">
        <pc:chgData name="Suga, Sueli Mitiko Yano (BIR)" userId="S::sugasuel@paho.org::62410cef-1c84-44dc-a395-c655d83b9167" providerId="AD" clId="Web-{CE171F51-D9DB-9D5D-519A-8802AC33A253}" dt="2022-03-14T21:21:25.402" v="44" actId="1076"/>
        <pc:sldMkLst>
          <pc:docMk/>
          <pc:sldMk cId="3773291486" sldId="258"/>
        </pc:sldMkLst>
        <pc:spChg chg="mod">
          <ac:chgData name="Suga, Sueli Mitiko Yano (BIR)" userId="S::sugasuel@paho.org::62410cef-1c84-44dc-a395-c655d83b9167" providerId="AD" clId="Web-{CE171F51-D9DB-9D5D-519A-8802AC33A253}" dt="2022-03-14T21:21:25.402" v="44" actId="1076"/>
          <ac:spMkLst>
            <pc:docMk/>
            <pc:sldMk cId="3773291486" sldId="258"/>
            <ac:spMk id="18" creationId="{A5148C0F-CE26-425A-BC20-0C361D615A5D}"/>
          </ac:spMkLst>
        </pc:spChg>
      </pc:sldChg>
    </pc:docChg>
  </pc:docChgLst>
  <pc:docChgLst>
    <pc:chgData name="Biruel, Elisabeth (BIR)" userId="S::biruelel@paho.org::ab6eba64-bbc8-4fd0-bd1a-a5257d3b18e5" providerId="AD" clId="Web-{30F50AA3-D74E-FD3B-0AD5-959B73FC135A}"/>
    <pc:docChg chg="modSld">
      <pc:chgData name="Biruel, Elisabeth (BIR)" userId="S::biruelel@paho.org::ab6eba64-bbc8-4fd0-bd1a-a5257d3b18e5" providerId="AD" clId="Web-{30F50AA3-D74E-FD3B-0AD5-959B73FC135A}" dt="2022-08-08T19:44:26.457" v="3" actId="14100"/>
      <pc:docMkLst>
        <pc:docMk/>
      </pc:docMkLst>
      <pc:sldChg chg="modSp">
        <pc:chgData name="Biruel, Elisabeth (BIR)" userId="S::biruelel@paho.org::ab6eba64-bbc8-4fd0-bd1a-a5257d3b18e5" providerId="AD" clId="Web-{30F50AA3-D74E-FD3B-0AD5-959B73FC135A}" dt="2022-08-08T19:44:26.457" v="3" actId="14100"/>
        <pc:sldMkLst>
          <pc:docMk/>
          <pc:sldMk cId="35420182" sldId="257"/>
        </pc:sldMkLst>
        <pc:spChg chg="mod">
          <ac:chgData name="Biruel, Elisabeth (BIR)" userId="S::biruelel@paho.org::ab6eba64-bbc8-4fd0-bd1a-a5257d3b18e5" providerId="AD" clId="Web-{30F50AA3-D74E-FD3B-0AD5-959B73FC135A}" dt="2022-08-08T19:44:26.457" v="3" actId="14100"/>
          <ac:spMkLst>
            <pc:docMk/>
            <pc:sldMk cId="35420182" sldId="257"/>
            <ac:spMk id="14" creationId="{4AF9A9BD-510C-45FE-82F4-6B4875D7A388}"/>
          </ac:spMkLst>
        </pc:spChg>
      </pc:sldChg>
    </pc:docChg>
  </pc:docChgLst>
  <pc:docChgLst>
    <pc:chgData name="de Paula, Angelica (BIR)" userId="S::depaulang@paho.org::0a5f1c06-9934-4ea2-a1f7-08a528874a6f" providerId="AD" clId="Web-{464981A0-2BDE-169F-493E-A3FE6B1D553D}"/>
    <pc:docChg chg="delSld modSld">
      <pc:chgData name="de Paula, Angelica (BIR)" userId="S::depaulang@paho.org::0a5f1c06-9934-4ea2-a1f7-08a528874a6f" providerId="AD" clId="Web-{464981A0-2BDE-169F-493E-A3FE6B1D553D}" dt="2022-09-19T18:25:05.482" v="6"/>
      <pc:docMkLst>
        <pc:docMk/>
      </pc:docMkLst>
      <pc:sldChg chg="del">
        <pc:chgData name="de Paula, Angelica (BIR)" userId="S::depaulang@paho.org::0a5f1c06-9934-4ea2-a1f7-08a528874a6f" providerId="AD" clId="Web-{464981A0-2BDE-169F-493E-A3FE6B1D553D}" dt="2022-09-19T18:25:05.482" v="6"/>
        <pc:sldMkLst>
          <pc:docMk/>
          <pc:sldMk cId="3773291486" sldId="258"/>
        </pc:sldMkLst>
      </pc:sldChg>
      <pc:sldChg chg="modSp">
        <pc:chgData name="de Paula, Angelica (BIR)" userId="S::depaulang@paho.org::0a5f1c06-9934-4ea2-a1f7-08a528874a6f" providerId="AD" clId="Web-{464981A0-2BDE-169F-493E-A3FE6B1D553D}" dt="2022-09-19T18:24:51.779" v="5" actId="20577"/>
        <pc:sldMkLst>
          <pc:docMk/>
          <pc:sldMk cId="3864115211" sldId="263"/>
        </pc:sldMkLst>
        <pc:spChg chg="mod">
          <ac:chgData name="de Paula, Angelica (BIR)" userId="S::depaulang@paho.org::0a5f1c06-9934-4ea2-a1f7-08a528874a6f" providerId="AD" clId="Web-{464981A0-2BDE-169F-493E-A3FE6B1D553D}" dt="2022-09-19T18:24:33.903" v="1" actId="20577"/>
          <ac:spMkLst>
            <pc:docMk/>
            <pc:sldMk cId="3864115211" sldId="263"/>
            <ac:spMk id="8" creationId="{F290792A-350D-4057-9179-0D14067C38FF}"/>
          </ac:spMkLst>
        </pc:spChg>
        <pc:spChg chg="mod">
          <ac:chgData name="de Paula, Angelica (BIR)" userId="S::depaulang@paho.org::0a5f1c06-9934-4ea2-a1f7-08a528874a6f" providerId="AD" clId="Web-{464981A0-2BDE-169F-493E-A3FE6B1D553D}" dt="2022-09-19T18:24:51.779" v="5" actId="20577"/>
          <ac:spMkLst>
            <pc:docMk/>
            <pc:sldMk cId="3864115211" sldId="263"/>
            <ac:spMk id="13" creationId="{73469698-8A80-48EF-812D-53FD1B9D377E}"/>
          </ac:spMkLst>
        </pc:spChg>
        <pc:spChg chg="mod">
          <ac:chgData name="de Paula, Angelica (BIR)" userId="S::depaulang@paho.org::0a5f1c06-9934-4ea2-a1f7-08a528874a6f" providerId="AD" clId="Web-{464981A0-2BDE-169F-493E-A3FE6B1D553D}" dt="2022-09-19T18:24:43.044" v="3" actId="20577"/>
          <ac:spMkLst>
            <pc:docMk/>
            <pc:sldMk cId="3864115211" sldId="263"/>
            <ac:spMk id="14" creationId="{4AF9A9BD-510C-45FE-82F4-6B4875D7A388}"/>
          </ac:spMkLst>
        </pc:spChg>
      </pc:sldChg>
    </pc:docChg>
  </pc:docChgLst>
  <pc:docChgLst>
    <pc:chgData name="de Paula, Angelica (BIR)" userId="S::depaulang@paho.org::0a5f1c06-9934-4ea2-a1f7-08a528874a6f" providerId="AD" clId="Web-{C1D36F4B-01DD-9CC3-6791-9681BD9A398B}"/>
    <pc:docChg chg="addSld modSld">
      <pc:chgData name="de Paula, Angelica (BIR)" userId="S::depaulang@paho.org::0a5f1c06-9934-4ea2-a1f7-08a528874a6f" providerId="AD" clId="Web-{C1D36F4B-01DD-9CC3-6791-9681BD9A398B}" dt="2022-07-18T20:42:51.281" v="42" actId="1076"/>
      <pc:docMkLst>
        <pc:docMk/>
      </pc:docMkLst>
      <pc:sldChg chg="modSp add replId">
        <pc:chgData name="de Paula, Angelica (BIR)" userId="S::depaulang@paho.org::0a5f1c06-9934-4ea2-a1f7-08a528874a6f" providerId="AD" clId="Web-{C1D36F4B-01DD-9CC3-6791-9681BD9A398B}" dt="2022-07-18T20:42:51.281" v="42" actId="1076"/>
        <pc:sldMkLst>
          <pc:docMk/>
          <pc:sldMk cId="3912780054" sldId="262"/>
        </pc:sldMkLst>
        <pc:spChg chg="mod">
          <ac:chgData name="de Paula, Angelica (BIR)" userId="S::depaulang@paho.org::0a5f1c06-9934-4ea2-a1f7-08a528874a6f" providerId="AD" clId="Web-{C1D36F4B-01DD-9CC3-6791-9681BD9A398B}" dt="2022-07-18T20:42:02.327" v="37" actId="1076"/>
          <ac:spMkLst>
            <pc:docMk/>
            <pc:sldMk cId="3912780054" sldId="262"/>
            <ac:spMk id="8" creationId="{F290792A-350D-4057-9179-0D14067C38FF}"/>
          </ac:spMkLst>
        </pc:spChg>
        <pc:spChg chg="mod">
          <ac:chgData name="de Paula, Angelica (BIR)" userId="S::depaulang@paho.org::0a5f1c06-9934-4ea2-a1f7-08a528874a6f" providerId="AD" clId="Web-{C1D36F4B-01DD-9CC3-6791-9681BD9A398B}" dt="2022-07-18T20:41:05.123" v="6" actId="20577"/>
          <ac:spMkLst>
            <pc:docMk/>
            <pc:sldMk cId="3912780054" sldId="262"/>
            <ac:spMk id="13" creationId="{73469698-8A80-48EF-812D-53FD1B9D377E}"/>
          </ac:spMkLst>
        </pc:spChg>
        <pc:spChg chg="mod">
          <ac:chgData name="de Paula, Angelica (BIR)" userId="S::depaulang@paho.org::0a5f1c06-9934-4ea2-a1f7-08a528874a6f" providerId="AD" clId="Web-{C1D36F4B-01DD-9CC3-6791-9681BD9A398B}" dt="2022-07-18T20:40:13.137" v="5" actId="20577"/>
          <ac:spMkLst>
            <pc:docMk/>
            <pc:sldMk cId="3912780054" sldId="262"/>
            <ac:spMk id="14" creationId="{4AF9A9BD-510C-45FE-82F4-6B4875D7A388}"/>
          </ac:spMkLst>
        </pc:spChg>
        <pc:spChg chg="mod">
          <ac:chgData name="de Paula, Angelica (BIR)" userId="S::depaulang@paho.org::0a5f1c06-9934-4ea2-a1f7-08a528874a6f" providerId="AD" clId="Web-{C1D36F4B-01DD-9CC3-6791-9681BD9A398B}" dt="2022-07-18T20:41:51.405" v="35" actId="1076"/>
          <ac:spMkLst>
            <pc:docMk/>
            <pc:sldMk cId="3912780054" sldId="262"/>
            <ac:spMk id="16" creationId="{291C6265-3F9D-4175-BA71-75733CC7EBCC}"/>
          </ac:spMkLst>
        </pc:spChg>
        <pc:grpChg chg="mod">
          <ac:chgData name="de Paula, Angelica (BIR)" userId="S::depaulang@paho.org::0a5f1c06-9934-4ea2-a1f7-08a528874a6f" providerId="AD" clId="Web-{C1D36F4B-01DD-9CC3-6791-9681BD9A398B}" dt="2022-07-18T20:42:51.281" v="42" actId="1076"/>
          <ac:grpSpMkLst>
            <pc:docMk/>
            <pc:sldMk cId="3912780054" sldId="262"/>
            <ac:grpSpMk id="7" creationId="{07CCA6CC-D277-498D-82DE-0F5909BE6127}"/>
          </ac:grpSpMkLst>
        </pc:grpChg>
        <pc:grpChg chg="mod">
          <ac:chgData name="de Paula, Angelica (BIR)" userId="S::depaulang@paho.org::0a5f1c06-9934-4ea2-a1f7-08a528874a6f" providerId="AD" clId="Web-{C1D36F4B-01DD-9CC3-6791-9681BD9A398B}" dt="2022-07-18T20:42:36.719" v="41" actId="1076"/>
          <ac:grpSpMkLst>
            <pc:docMk/>
            <pc:sldMk cId="3912780054" sldId="262"/>
            <ac:grpSpMk id="11" creationId="{44B5FBC5-A3AE-4E8F-A3CD-5EF9A3B47A85}"/>
          </ac:grpSpMkLst>
        </pc:grpChg>
      </pc:sldChg>
    </pc:docChg>
  </pc:docChgLst>
  <pc:docChgLst>
    <pc:chgData name="de Paula, Angelica (BIR)" userId="S::depaulang@paho.org::0a5f1c06-9934-4ea2-a1f7-08a528874a6f" providerId="AD" clId="Web-{31D25DD7-348F-190B-EEAF-8E59EF8C422E}"/>
    <pc:docChg chg="addSld delSld modSld">
      <pc:chgData name="de Paula, Angelica (BIR)" userId="S::depaulang@paho.org::0a5f1c06-9934-4ea2-a1f7-08a528874a6f" providerId="AD" clId="Web-{31D25DD7-348F-190B-EEAF-8E59EF8C422E}" dt="2022-08-11T13:32:53.682" v="29"/>
      <pc:docMkLst>
        <pc:docMk/>
      </pc:docMkLst>
      <pc:sldChg chg="del">
        <pc:chgData name="de Paula, Angelica (BIR)" userId="S::depaulang@paho.org::0a5f1c06-9934-4ea2-a1f7-08a528874a6f" providerId="AD" clId="Web-{31D25DD7-348F-190B-EEAF-8E59EF8C422E}" dt="2022-08-11T13:32:53.682" v="29"/>
        <pc:sldMkLst>
          <pc:docMk/>
          <pc:sldMk cId="35420182" sldId="257"/>
        </pc:sldMkLst>
      </pc:sldChg>
      <pc:sldChg chg="del">
        <pc:chgData name="de Paula, Angelica (BIR)" userId="S::depaulang@paho.org::0a5f1c06-9934-4ea2-a1f7-08a528874a6f" providerId="AD" clId="Web-{31D25DD7-348F-190B-EEAF-8E59EF8C422E}" dt="2022-08-11T13:32:42.416" v="28"/>
        <pc:sldMkLst>
          <pc:docMk/>
          <pc:sldMk cId="2517429313" sldId="259"/>
        </pc:sldMkLst>
      </pc:sldChg>
      <pc:sldChg chg="del">
        <pc:chgData name="de Paula, Angelica (BIR)" userId="S::depaulang@paho.org::0a5f1c06-9934-4ea2-a1f7-08a528874a6f" providerId="AD" clId="Web-{31D25DD7-348F-190B-EEAF-8E59EF8C422E}" dt="2022-08-11T13:32:42.416" v="27"/>
        <pc:sldMkLst>
          <pc:docMk/>
          <pc:sldMk cId="4196795355" sldId="260"/>
        </pc:sldMkLst>
      </pc:sldChg>
      <pc:sldChg chg="del">
        <pc:chgData name="de Paula, Angelica (BIR)" userId="S::depaulang@paho.org::0a5f1c06-9934-4ea2-a1f7-08a528874a6f" providerId="AD" clId="Web-{31D25DD7-348F-190B-EEAF-8E59EF8C422E}" dt="2022-08-11T13:32:42.416" v="26"/>
        <pc:sldMkLst>
          <pc:docMk/>
          <pc:sldMk cId="1898917362" sldId="261"/>
        </pc:sldMkLst>
      </pc:sldChg>
      <pc:sldChg chg="del">
        <pc:chgData name="de Paula, Angelica (BIR)" userId="S::depaulang@paho.org::0a5f1c06-9934-4ea2-a1f7-08a528874a6f" providerId="AD" clId="Web-{31D25DD7-348F-190B-EEAF-8E59EF8C422E}" dt="2022-08-11T13:32:42.416" v="25"/>
        <pc:sldMkLst>
          <pc:docMk/>
          <pc:sldMk cId="3912780054" sldId="262"/>
        </pc:sldMkLst>
      </pc:sldChg>
      <pc:sldChg chg="modSp add">
        <pc:chgData name="de Paula, Angelica (BIR)" userId="S::depaulang@paho.org::0a5f1c06-9934-4ea2-a1f7-08a528874a6f" providerId="AD" clId="Web-{31D25DD7-348F-190B-EEAF-8E59EF8C422E}" dt="2022-08-11T13:31:59.836" v="24" actId="1076"/>
        <pc:sldMkLst>
          <pc:docMk/>
          <pc:sldMk cId="3864115211" sldId="263"/>
        </pc:sldMkLst>
        <pc:spChg chg="mod">
          <ac:chgData name="de Paula, Angelica (BIR)" userId="S::depaulang@paho.org::0a5f1c06-9934-4ea2-a1f7-08a528874a6f" providerId="AD" clId="Web-{31D25DD7-348F-190B-EEAF-8E59EF8C422E}" dt="2022-08-11T13:30:30.412" v="5" actId="1076"/>
          <ac:spMkLst>
            <pc:docMk/>
            <pc:sldMk cId="3864115211" sldId="263"/>
            <ac:spMk id="8" creationId="{F290792A-350D-4057-9179-0D14067C38FF}"/>
          </ac:spMkLst>
        </pc:spChg>
        <pc:spChg chg="mod">
          <ac:chgData name="de Paula, Angelica (BIR)" userId="S::depaulang@paho.org::0a5f1c06-9934-4ea2-a1f7-08a528874a6f" providerId="AD" clId="Web-{31D25DD7-348F-190B-EEAF-8E59EF8C422E}" dt="2022-08-11T13:31:12.444" v="17" actId="20577"/>
          <ac:spMkLst>
            <pc:docMk/>
            <pc:sldMk cId="3864115211" sldId="263"/>
            <ac:spMk id="13" creationId="{73469698-8A80-48EF-812D-53FD1B9D377E}"/>
          </ac:spMkLst>
        </pc:spChg>
        <pc:spChg chg="mod">
          <ac:chgData name="de Paula, Angelica (BIR)" userId="S::depaulang@paho.org::0a5f1c06-9934-4ea2-a1f7-08a528874a6f" providerId="AD" clId="Web-{31D25DD7-348F-190B-EEAF-8E59EF8C422E}" dt="2022-08-11T13:31:23.726" v="20" actId="1076"/>
          <ac:spMkLst>
            <pc:docMk/>
            <pc:sldMk cId="3864115211" sldId="263"/>
            <ac:spMk id="14" creationId="{4AF9A9BD-510C-45FE-82F4-6B4875D7A388}"/>
          </ac:spMkLst>
        </pc:spChg>
        <pc:spChg chg="mod">
          <ac:chgData name="de Paula, Angelica (BIR)" userId="S::depaulang@paho.org::0a5f1c06-9934-4ea2-a1f7-08a528874a6f" providerId="AD" clId="Web-{31D25DD7-348F-190B-EEAF-8E59EF8C422E}" dt="2022-08-11T13:31:28.773" v="22" actId="1076"/>
          <ac:spMkLst>
            <pc:docMk/>
            <pc:sldMk cId="3864115211" sldId="263"/>
            <ac:spMk id="16" creationId="{291C6265-3F9D-4175-BA71-75733CC7EBCC}"/>
          </ac:spMkLst>
        </pc:spChg>
        <pc:spChg chg="mod">
          <ac:chgData name="de Paula, Angelica (BIR)" userId="S::depaulang@paho.org::0a5f1c06-9934-4ea2-a1f7-08a528874a6f" providerId="AD" clId="Web-{31D25DD7-348F-190B-EEAF-8E59EF8C422E}" dt="2022-08-11T13:31:59.836" v="24" actId="1076"/>
          <ac:spMkLst>
            <pc:docMk/>
            <pc:sldMk cId="3864115211" sldId="263"/>
            <ac:spMk id="19" creationId="{009C2614-0428-4606-80AC-89FAEB8754BB}"/>
          </ac:spMkLst>
        </pc:spChg>
        <pc:grpChg chg="mod">
          <ac:chgData name="de Paula, Angelica (BIR)" userId="S::depaulang@paho.org::0a5f1c06-9934-4ea2-a1f7-08a528874a6f" providerId="AD" clId="Web-{31D25DD7-348F-190B-EEAF-8E59EF8C422E}" dt="2022-08-11T13:31:23.742" v="21" actId="1076"/>
          <ac:grpSpMkLst>
            <pc:docMk/>
            <pc:sldMk cId="3864115211" sldId="263"/>
            <ac:grpSpMk id="5" creationId="{9F36847F-BB94-4727-ADB8-9A62EEC124EF}"/>
          </ac:grpSpMkLst>
        </pc:grpChg>
        <pc:grpChg chg="mod">
          <ac:chgData name="de Paula, Angelica (BIR)" userId="S::depaulang@paho.org::0a5f1c06-9934-4ea2-a1f7-08a528874a6f" providerId="AD" clId="Web-{31D25DD7-348F-190B-EEAF-8E59EF8C422E}" dt="2022-08-11T13:31:45.633" v="23" actId="1076"/>
          <ac:grpSpMkLst>
            <pc:docMk/>
            <pc:sldMk cId="3864115211" sldId="263"/>
            <ac:grpSpMk id="11" creationId="{44B5FBC5-A3AE-4E8F-A3CD-5EF9A3B47A85}"/>
          </ac:grpSpMkLst>
        </pc:grpChg>
      </pc:sldChg>
    </pc:docChg>
  </pc:docChgLst>
  <pc:docChgLst>
    <pc:chgData clId="Web-{0D550B58-E76B-9825-9B0C-5966C304EA4A}"/>
    <pc:docChg chg="modSld">
      <pc:chgData name="" userId="" providerId="" clId="Web-{0D550B58-E76B-9825-9B0C-5966C304EA4A}" dt="2022-11-14T20:06:48.521" v="1" actId="20577"/>
      <pc:docMkLst>
        <pc:docMk/>
      </pc:docMkLst>
      <pc:sldChg chg="modSp">
        <pc:chgData name="" userId="" providerId="" clId="Web-{0D550B58-E76B-9825-9B0C-5966C304EA4A}" dt="2022-11-14T20:06:48.521" v="1" actId="20577"/>
        <pc:sldMkLst>
          <pc:docMk/>
          <pc:sldMk cId="3864115211" sldId="263"/>
        </pc:sldMkLst>
        <pc:spChg chg="mod">
          <ac:chgData name="" userId="" providerId="" clId="Web-{0D550B58-E76B-9825-9B0C-5966C304EA4A}" dt="2022-11-14T20:06:48.521" v="1" actId="20577"/>
          <ac:spMkLst>
            <pc:docMk/>
            <pc:sldMk cId="3864115211" sldId="263"/>
            <ac:spMk id="8" creationId="{F290792A-350D-4057-9179-0D14067C38FF}"/>
          </ac:spMkLst>
        </pc:spChg>
      </pc:sldChg>
    </pc:docChg>
  </pc:docChgLst>
  <pc:docChgLst>
    <pc:chgData name="Pierri, Marina de Sene (BIR)" userId="b68b141b-d89b-4551-bd5a-c3bd15615575" providerId="ADAL" clId="{4FC4242D-6B29-4F7B-9FB4-D82D35F7DE96}"/>
    <pc:docChg chg="modSld">
      <pc:chgData name="Pierri, Marina de Sene (BIR)" userId="b68b141b-d89b-4551-bd5a-c3bd15615575" providerId="ADAL" clId="{4FC4242D-6B29-4F7B-9FB4-D82D35F7DE96}" dt="2022-03-08T14:00:55.954" v="1"/>
      <pc:docMkLst>
        <pc:docMk/>
      </pc:docMkLst>
      <pc:sldChg chg="setBg">
        <pc:chgData name="Pierri, Marina de Sene (BIR)" userId="b68b141b-d89b-4551-bd5a-c3bd15615575" providerId="ADAL" clId="{4FC4242D-6B29-4F7B-9FB4-D82D35F7DE96}" dt="2022-03-08T14:00:55.954" v="1"/>
        <pc:sldMkLst>
          <pc:docMk/>
          <pc:sldMk cId="4096796879" sldId="256"/>
        </pc:sldMkLst>
      </pc:sldChg>
    </pc:docChg>
  </pc:docChgLst>
  <pc:docChgLst>
    <pc:chgData name="de Paula, Angelica (BIR)" userId="S::depaulang@paho.org::0a5f1c06-9934-4ea2-a1f7-08a528874a6f" providerId="AD" clId="Web-{43883719-6EC3-6E0C-DAC7-9D78D0B17293}"/>
    <pc:docChg chg="modSld">
      <pc:chgData name="de Paula, Angelica (BIR)" userId="S::depaulang@paho.org::0a5f1c06-9934-4ea2-a1f7-08a528874a6f" providerId="AD" clId="Web-{43883719-6EC3-6E0C-DAC7-9D78D0B17293}" dt="2022-03-14T21:19:52.284" v="1" actId="20577"/>
      <pc:docMkLst>
        <pc:docMk/>
      </pc:docMkLst>
      <pc:sldChg chg="modSp">
        <pc:chgData name="de Paula, Angelica (BIR)" userId="S::depaulang@paho.org::0a5f1c06-9934-4ea2-a1f7-08a528874a6f" providerId="AD" clId="Web-{43883719-6EC3-6E0C-DAC7-9D78D0B17293}" dt="2022-03-14T21:19:52.284" v="1" actId="20577"/>
        <pc:sldMkLst>
          <pc:docMk/>
          <pc:sldMk cId="35420182" sldId="257"/>
        </pc:sldMkLst>
        <pc:spChg chg="mod">
          <ac:chgData name="de Paula, Angelica (BIR)" userId="S::depaulang@paho.org::0a5f1c06-9934-4ea2-a1f7-08a528874a6f" providerId="AD" clId="Web-{43883719-6EC3-6E0C-DAC7-9D78D0B17293}" dt="2022-03-14T21:19:52.284" v="1" actId="20577"/>
          <ac:spMkLst>
            <pc:docMk/>
            <pc:sldMk cId="35420182" sldId="257"/>
            <ac:spMk id="19" creationId="{009C2614-0428-4606-80AC-89FAEB8754BB}"/>
          </ac:spMkLst>
        </pc:spChg>
      </pc:sldChg>
    </pc:docChg>
  </pc:docChgLst>
  <pc:docChgLst>
    <pc:chgData name="Pinto, Rosemeire (BIR)" userId="S::pintoros@paho.org::7e3e70d3-540c-401b-825b-33b2e65b054e" providerId="AD" clId="Web-{577CE0D6-A064-F545-E919-61586BE7415B}"/>
    <pc:docChg chg="modSld">
      <pc:chgData name="Pinto, Rosemeire (BIR)" userId="S::pintoros@paho.org::7e3e70d3-540c-401b-825b-33b2e65b054e" providerId="AD" clId="Web-{577CE0D6-A064-F545-E919-61586BE7415B}" dt="2022-03-28T17:17:35.910" v="1" actId="1076"/>
      <pc:docMkLst>
        <pc:docMk/>
      </pc:docMkLst>
      <pc:sldChg chg="modSp">
        <pc:chgData name="Pinto, Rosemeire (BIR)" userId="S::pintoros@paho.org::7e3e70d3-540c-401b-825b-33b2e65b054e" providerId="AD" clId="Web-{577CE0D6-A064-F545-E919-61586BE7415B}" dt="2022-03-28T17:17:35.910" v="1" actId="1076"/>
        <pc:sldMkLst>
          <pc:docMk/>
          <pc:sldMk cId="4096796879" sldId="256"/>
        </pc:sldMkLst>
        <pc:spChg chg="mod">
          <ac:chgData name="Pinto, Rosemeire (BIR)" userId="S::pintoros@paho.org::7e3e70d3-540c-401b-825b-33b2e65b054e" providerId="AD" clId="Web-{577CE0D6-A064-F545-E919-61586BE7415B}" dt="2022-03-28T17:17:35.910" v="1" actId="1076"/>
          <ac:spMkLst>
            <pc:docMk/>
            <pc:sldMk cId="4096796879" sldId="256"/>
            <ac:spMk id="7" creationId="{7D4F18B5-973E-460D-B565-0C1E77A6663A}"/>
          </ac:spMkLst>
        </pc:spChg>
      </pc:sldChg>
    </pc:docChg>
  </pc:docChgLst>
  <pc:docChgLst>
    <pc:chgData name="de Paula, Angelica (BIR)" userId="S::depaulang@paho.org::0a5f1c06-9934-4ea2-a1f7-08a528874a6f" providerId="AD" clId="Web-{C929E924-C57C-7332-5C5D-C6517D4B82E9}"/>
    <pc:docChg chg="modSld">
      <pc:chgData name="de Paula, Angelica (BIR)" userId="S::depaulang@paho.org::0a5f1c06-9934-4ea2-a1f7-08a528874a6f" providerId="AD" clId="Web-{C929E924-C57C-7332-5C5D-C6517D4B82E9}" dt="2023-04-13T18:09:20.073" v="0"/>
      <pc:docMkLst>
        <pc:docMk/>
      </pc:docMkLst>
      <pc:sldChg chg="delSp">
        <pc:chgData name="de Paula, Angelica (BIR)" userId="S::depaulang@paho.org::0a5f1c06-9934-4ea2-a1f7-08a528874a6f" providerId="AD" clId="Web-{C929E924-C57C-7332-5C5D-C6517D4B82E9}" dt="2023-04-13T18:09:20.073" v="0"/>
        <pc:sldMkLst>
          <pc:docMk/>
          <pc:sldMk cId="3864115211" sldId="263"/>
        </pc:sldMkLst>
        <pc:spChg chg="topLvl">
          <ac:chgData name="de Paula, Angelica (BIR)" userId="S::depaulang@paho.org::0a5f1c06-9934-4ea2-a1f7-08a528874a6f" providerId="AD" clId="Web-{C929E924-C57C-7332-5C5D-C6517D4B82E9}" dt="2023-04-13T18:09:20.073" v="0"/>
          <ac:spMkLst>
            <pc:docMk/>
            <pc:sldMk cId="3864115211" sldId="263"/>
            <ac:spMk id="6" creationId="{18919DFE-7FA8-4E4E-AD5F-55FA04DFAF76}"/>
          </ac:spMkLst>
        </pc:spChg>
        <pc:grpChg chg="del">
          <ac:chgData name="de Paula, Angelica (BIR)" userId="S::depaulang@paho.org::0a5f1c06-9934-4ea2-a1f7-08a528874a6f" providerId="AD" clId="Web-{C929E924-C57C-7332-5C5D-C6517D4B82E9}" dt="2023-04-13T18:09:20.073" v="0"/>
          <ac:grpSpMkLst>
            <pc:docMk/>
            <pc:sldMk cId="3864115211" sldId="263"/>
            <ac:grpSpMk id="7" creationId="{07CCA6CC-D277-498D-82DE-0F5909BE6127}"/>
          </ac:grpSpMkLst>
        </pc:grpChg>
        <pc:picChg chg="topLvl">
          <ac:chgData name="de Paula, Angelica (BIR)" userId="S::depaulang@paho.org::0a5f1c06-9934-4ea2-a1f7-08a528874a6f" providerId="AD" clId="Web-{C929E924-C57C-7332-5C5D-C6517D4B82E9}" dt="2023-04-13T18:09:20.073" v="0"/>
          <ac:picMkLst>
            <pc:docMk/>
            <pc:sldMk cId="3864115211" sldId="263"/>
            <ac:picMk id="10" creationId="{1632CC3E-F9F7-4175-8A1A-899B318B805F}"/>
          </ac:picMkLst>
        </pc:picChg>
      </pc:sldChg>
    </pc:docChg>
  </pc:docChgLst>
  <pc:docChgLst>
    <pc:chgData name="de Paula, Angelica (BIR)" userId="S::depaulang@paho.org::0a5f1c06-9934-4ea2-a1f7-08a528874a6f" providerId="AD" clId="Web-{E91F84CC-3D13-045E-BDA4-BA8BA7290FFF}"/>
    <pc:docChg chg="modSld">
      <pc:chgData name="de Paula, Angelica (BIR)" userId="S::depaulang@paho.org::0a5f1c06-9934-4ea2-a1f7-08a528874a6f" providerId="AD" clId="Web-{E91F84CC-3D13-045E-BDA4-BA8BA7290FFF}" dt="2022-03-15T19:21:07.071" v="5"/>
      <pc:docMkLst>
        <pc:docMk/>
      </pc:docMkLst>
      <pc:sldChg chg="addSp delSp modSp">
        <pc:chgData name="de Paula, Angelica (BIR)" userId="S::depaulang@paho.org::0a5f1c06-9934-4ea2-a1f7-08a528874a6f" providerId="AD" clId="Web-{E91F84CC-3D13-045E-BDA4-BA8BA7290FFF}" dt="2022-03-15T19:21:07.071" v="5"/>
        <pc:sldMkLst>
          <pc:docMk/>
          <pc:sldMk cId="35420182" sldId="257"/>
        </pc:sldMkLst>
        <pc:spChg chg="mod topLvl">
          <ac:chgData name="de Paula, Angelica (BIR)" userId="S::depaulang@paho.org::0a5f1c06-9934-4ea2-a1f7-08a528874a6f" providerId="AD" clId="Web-{E91F84CC-3D13-045E-BDA4-BA8BA7290FFF}" dt="2022-03-15T19:20:41.429" v="2"/>
          <ac:spMkLst>
            <pc:docMk/>
            <pc:sldMk cId="35420182" sldId="257"/>
            <ac:spMk id="19" creationId="{009C2614-0428-4606-80AC-89FAEB8754BB}"/>
          </ac:spMkLst>
        </pc:spChg>
        <pc:grpChg chg="del">
          <ac:chgData name="de Paula, Angelica (BIR)" userId="S::depaulang@paho.org::0a5f1c06-9934-4ea2-a1f7-08a528874a6f" providerId="AD" clId="Web-{E91F84CC-3D13-045E-BDA4-BA8BA7290FFF}" dt="2022-03-15T19:20:41.429" v="2"/>
          <ac:grpSpMkLst>
            <pc:docMk/>
            <pc:sldMk cId="35420182" sldId="257"/>
            <ac:grpSpMk id="2" creationId="{F4D20715-539C-4470-AFA4-9E71DAB2D1C5}"/>
          </ac:grpSpMkLst>
        </pc:grpChg>
        <pc:grpChg chg="add del">
          <ac:chgData name="de Paula, Angelica (BIR)" userId="S::depaulang@paho.org::0a5f1c06-9934-4ea2-a1f7-08a528874a6f" providerId="AD" clId="Web-{E91F84CC-3D13-045E-BDA4-BA8BA7290FFF}" dt="2022-03-15T19:21:07.071" v="5"/>
          <ac:grpSpMkLst>
            <pc:docMk/>
            <pc:sldMk cId="35420182" sldId="257"/>
            <ac:grpSpMk id="9" creationId="{042B0C75-640D-4529-AFC3-1594E7FFF83D}"/>
          </ac:grpSpMkLst>
        </pc:grpChg>
        <pc:picChg chg="topLvl">
          <ac:chgData name="de Paula, Angelica (BIR)" userId="S::depaulang@paho.org::0a5f1c06-9934-4ea2-a1f7-08a528874a6f" providerId="AD" clId="Web-{E91F84CC-3D13-045E-BDA4-BA8BA7290FFF}" dt="2022-03-15T19:20:41.429" v="2"/>
          <ac:picMkLst>
            <pc:docMk/>
            <pc:sldMk cId="35420182" sldId="257"/>
            <ac:picMk id="3" creationId="{2BE0C019-CD61-4A16-9FE5-547E468B4C8D}"/>
          </ac:picMkLst>
        </pc:picChg>
      </pc:sldChg>
    </pc:docChg>
  </pc:docChgLst>
  <pc:docChgLst>
    <pc:chgData name="de Paula, Angelica (BIR)" userId="S::depaulang@paho.org::0a5f1c06-9934-4ea2-a1f7-08a528874a6f" providerId="AD" clId="Web-{42ED5755-349A-7A3E-C6DB-94023914AD68}"/>
    <pc:docChg chg="modSld">
      <pc:chgData name="de Paula, Angelica (BIR)" userId="S::depaulang@paho.org::0a5f1c06-9934-4ea2-a1f7-08a528874a6f" providerId="AD" clId="Web-{42ED5755-349A-7A3E-C6DB-94023914AD68}" dt="2022-03-14T21:14:18.147" v="13" actId="1076"/>
      <pc:docMkLst>
        <pc:docMk/>
      </pc:docMkLst>
      <pc:sldChg chg="modSp">
        <pc:chgData name="de Paula, Angelica (BIR)" userId="S::depaulang@paho.org::0a5f1c06-9934-4ea2-a1f7-08a528874a6f" providerId="AD" clId="Web-{42ED5755-349A-7A3E-C6DB-94023914AD68}" dt="2022-03-14T21:14:18.147" v="13" actId="1076"/>
        <pc:sldMkLst>
          <pc:docMk/>
          <pc:sldMk cId="35420182" sldId="257"/>
        </pc:sldMkLst>
        <pc:spChg chg="mod">
          <ac:chgData name="de Paula, Angelica (BIR)" userId="S::depaulang@paho.org::0a5f1c06-9934-4ea2-a1f7-08a528874a6f" providerId="AD" clId="Web-{42ED5755-349A-7A3E-C6DB-94023914AD68}" dt="2022-03-14T21:14:11.162" v="12" actId="20577"/>
          <ac:spMkLst>
            <pc:docMk/>
            <pc:sldMk cId="35420182" sldId="257"/>
            <ac:spMk id="14" creationId="{4AF9A9BD-510C-45FE-82F4-6B4875D7A388}"/>
          </ac:spMkLst>
        </pc:spChg>
        <pc:grpChg chg="mod">
          <ac:chgData name="de Paula, Angelica (BIR)" userId="S::depaulang@paho.org::0a5f1c06-9934-4ea2-a1f7-08a528874a6f" providerId="AD" clId="Web-{42ED5755-349A-7A3E-C6DB-94023914AD68}" dt="2022-03-14T21:14:18.147" v="13" actId="1076"/>
          <ac:grpSpMkLst>
            <pc:docMk/>
            <pc:sldMk cId="35420182" sldId="257"/>
            <ac:grpSpMk id="5" creationId="{9F36847F-BB94-4727-ADB8-9A62EEC124EF}"/>
          </ac:grpSpMkLst>
        </pc:grpChg>
      </pc:sldChg>
    </pc:docChg>
  </pc:docChgLst>
  <pc:docChgLst>
    <pc:chgData name="Biruel, Elisabeth (BIR)" userId="S::biruelel@paho.org::ab6eba64-bbc8-4fd0-bd1a-a5257d3b18e5" providerId="AD" clId="Web-{EB53A539-5361-960B-CC05-C76378A32394}"/>
    <pc:docChg chg="modSld">
      <pc:chgData name="Biruel, Elisabeth (BIR)" userId="S::biruelel@paho.org::ab6eba64-bbc8-4fd0-bd1a-a5257d3b18e5" providerId="AD" clId="Web-{EB53A539-5361-960B-CC05-C76378A32394}" dt="2022-08-08T19:42:32.955" v="65" actId="1076"/>
      <pc:docMkLst>
        <pc:docMk/>
      </pc:docMkLst>
      <pc:sldChg chg="delSp modSp">
        <pc:chgData name="Biruel, Elisabeth (BIR)" userId="S::biruelel@paho.org::ab6eba64-bbc8-4fd0-bd1a-a5257d3b18e5" providerId="AD" clId="Web-{EB53A539-5361-960B-CC05-C76378A32394}" dt="2022-08-08T19:42:32.955" v="65" actId="1076"/>
        <pc:sldMkLst>
          <pc:docMk/>
          <pc:sldMk cId="35420182" sldId="257"/>
        </pc:sldMkLst>
        <pc:spChg chg="mod">
          <ac:chgData name="Biruel, Elisabeth (BIR)" userId="S::biruelel@paho.org::ab6eba64-bbc8-4fd0-bd1a-a5257d3b18e5" providerId="AD" clId="Web-{EB53A539-5361-960B-CC05-C76378A32394}" dt="2022-08-08T19:42:32.955" v="65" actId="1076"/>
          <ac:spMkLst>
            <pc:docMk/>
            <pc:sldMk cId="35420182" sldId="257"/>
            <ac:spMk id="8" creationId="{F290792A-350D-4057-9179-0D14067C38FF}"/>
          </ac:spMkLst>
        </pc:spChg>
        <pc:spChg chg="mod">
          <ac:chgData name="Biruel, Elisabeth (BIR)" userId="S::biruelel@paho.org::ab6eba64-bbc8-4fd0-bd1a-a5257d3b18e5" providerId="AD" clId="Web-{EB53A539-5361-960B-CC05-C76378A32394}" dt="2022-08-08T19:41:34.233" v="54" actId="20577"/>
          <ac:spMkLst>
            <pc:docMk/>
            <pc:sldMk cId="35420182" sldId="257"/>
            <ac:spMk id="13" creationId="{73469698-8A80-48EF-812D-53FD1B9D377E}"/>
          </ac:spMkLst>
        </pc:spChg>
        <pc:spChg chg="mod">
          <ac:chgData name="Biruel, Elisabeth (BIR)" userId="S::biruelel@paho.org::ab6eba64-bbc8-4fd0-bd1a-a5257d3b18e5" providerId="AD" clId="Web-{EB53A539-5361-960B-CC05-C76378A32394}" dt="2022-08-08T19:33:33.527" v="42" actId="1076"/>
          <ac:spMkLst>
            <pc:docMk/>
            <pc:sldMk cId="35420182" sldId="257"/>
            <ac:spMk id="14" creationId="{4AF9A9BD-510C-45FE-82F4-6B4875D7A388}"/>
          </ac:spMkLst>
        </pc:spChg>
        <pc:spChg chg="mod">
          <ac:chgData name="Biruel, Elisabeth (BIR)" userId="S::biruelel@paho.org::ab6eba64-bbc8-4fd0-bd1a-a5257d3b18e5" providerId="AD" clId="Web-{EB53A539-5361-960B-CC05-C76378A32394}" dt="2022-08-08T19:42:23.580" v="64" actId="20577"/>
          <ac:spMkLst>
            <pc:docMk/>
            <pc:sldMk cId="35420182" sldId="257"/>
            <ac:spMk id="16" creationId="{291C6265-3F9D-4175-BA71-75733CC7EBCC}"/>
          </ac:spMkLst>
        </pc:spChg>
        <pc:grpChg chg="mod">
          <ac:chgData name="Biruel, Elisabeth (BIR)" userId="S::biruelel@paho.org::ab6eba64-bbc8-4fd0-bd1a-a5257d3b18e5" providerId="AD" clId="Web-{EB53A539-5361-960B-CC05-C76378A32394}" dt="2022-08-08T19:40:54.917" v="50" actId="14100"/>
          <ac:grpSpMkLst>
            <pc:docMk/>
            <pc:sldMk cId="35420182" sldId="257"/>
            <ac:grpSpMk id="5" creationId="{9F36847F-BB94-4727-ADB8-9A62EEC124EF}"/>
          </ac:grpSpMkLst>
        </pc:grpChg>
        <pc:grpChg chg="del">
          <ac:chgData name="Biruel, Elisabeth (BIR)" userId="S::biruelel@paho.org::ab6eba64-bbc8-4fd0-bd1a-a5257d3b18e5" providerId="AD" clId="Web-{EB53A539-5361-960B-CC05-C76378A32394}" dt="2022-08-08T19:33:23.948" v="40"/>
          <ac:grpSpMkLst>
            <pc:docMk/>
            <pc:sldMk cId="35420182" sldId="257"/>
            <ac:grpSpMk id="7" creationId="{07CCA6CC-D277-498D-82DE-0F5909BE6127}"/>
          </ac:grpSpMkLst>
        </pc:grpChg>
        <pc:grpChg chg="mod">
          <ac:chgData name="Biruel, Elisabeth (BIR)" userId="S::biruelel@paho.org::ab6eba64-bbc8-4fd0-bd1a-a5257d3b18e5" providerId="AD" clId="Web-{EB53A539-5361-960B-CC05-C76378A32394}" dt="2022-08-08T19:41:48.312" v="58" actId="1076"/>
          <ac:grpSpMkLst>
            <pc:docMk/>
            <pc:sldMk cId="35420182" sldId="257"/>
            <ac:grpSpMk id="11" creationId="{44B5FBC5-A3AE-4E8F-A3CD-5EF9A3B47A85}"/>
          </ac:grpSpMkLst>
        </pc:grpChg>
      </pc:sldChg>
    </pc:docChg>
  </pc:docChgLst>
  <pc:docChgLst>
    <pc:chgData name="Pierri, Marina de Sene (BIR)" userId="b68b141b-d89b-4551-bd5a-c3bd15615575" providerId="ADAL" clId="{8B5141F9-5FB0-4F86-961F-D4F756C51D15}"/>
    <pc:docChg chg="undo custSel modSld">
      <pc:chgData name="Pierri, Marina de Sene (BIR)" userId="b68b141b-d89b-4551-bd5a-c3bd15615575" providerId="ADAL" clId="{8B5141F9-5FB0-4F86-961F-D4F756C51D15}" dt="2022-03-14T18:41:30.471" v="26" actId="1076"/>
      <pc:docMkLst>
        <pc:docMk/>
      </pc:docMkLst>
      <pc:sldChg chg="addSp modSp mod">
        <pc:chgData name="Pierri, Marina de Sene (BIR)" userId="b68b141b-d89b-4551-bd5a-c3bd15615575" providerId="ADAL" clId="{8B5141F9-5FB0-4F86-961F-D4F756C51D15}" dt="2022-03-14T18:41:30.471" v="26" actId="1076"/>
        <pc:sldMkLst>
          <pc:docMk/>
          <pc:sldMk cId="4096796879" sldId="256"/>
        </pc:sldMkLst>
        <pc:spChg chg="mod">
          <ac:chgData name="Pierri, Marina de Sene (BIR)" userId="b68b141b-d89b-4551-bd5a-c3bd15615575" providerId="ADAL" clId="{8B5141F9-5FB0-4F86-961F-D4F756C51D15}" dt="2022-03-14T18:39:31.224" v="5" actId="1076"/>
          <ac:spMkLst>
            <pc:docMk/>
            <pc:sldMk cId="4096796879" sldId="256"/>
            <ac:spMk id="7" creationId="{7D4F18B5-973E-460D-B565-0C1E77A6663A}"/>
          </ac:spMkLst>
        </pc:spChg>
        <pc:spChg chg="mod">
          <ac:chgData name="Pierri, Marina de Sene (BIR)" userId="b68b141b-d89b-4551-bd5a-c3bd15615575" providerId="ADAL" clId="{8B5141F9-5FB0-4F86-961F-D4F756C51D15}" dt="2022-03-14T18:39:23.047" v="3" actId="1076"/>
          <ac:spMkLst>
            <pc:docMk/>
            <pc:sldMk cId="4096796879" sldId="256"/>
            <ac:spMk id="8" creationId="{F290792A-350D-4057-9179-0D14067C38FF}"/>
          </ac:spMkLst>
        </pc:spChg>
        <pc:spChg chg="mod">
          <ac:chgData name="Pierri, Marina de Sene (BIR)" userId="b68b141b-d89b-4551-bd5a-c3bd15615575" providerId="ADAL" clId="{8B5141F9-5FB0-4F86-961F-D4F756C51D15}" dt="2022-03-14T18:39:11.328" v="1" actId="1076"/>
          <ac:spMkLst>
            <pc:docMk/>
            <pc:sldMk cId="4096796879" sldId="256"/>
            <ac:spMk id="14" creationId="{4AF9A9BD-510C-45FE-82F4-6B4875D7A388}"/>
          </ac:spMkLst>
        </pc:spChg>
        <pc:spChg chg="mod">
          <ac:chgData name="Pierri, Marina de Sene (BIR)" userId="b68b141b-d89b-4551-bd5a-c3bd15615575" providerId="ADAL" clId="{8B5141F9-5FB0-4F86-961F-D4F756C51D15}" dt="2022-03-14T18:39:17.592" v="2" actId="1076"/>
          <ac:spMkLst>
            <pc:docMk/>
            <pc:sldMk cId="4096796879" sldId="256"/>
            <ac:spMk id="15" creationId="{45719264-9975-4BF0-B554-16BC973C80BE}"/>
          </ac:spMkLst>
        </pc:spChg>
        <pc:spChg chg="mod">
          <ac:chgData name="Pierri, Marina de Sene (BIR)" userId="b68b141b-d89b-4551-bd5a-c3bd15615575" providerId="ADAL" clId="{8B5141F9-5FB0-4F86-961F-D4F756C51D15}" dt="2022-03-14T18:39:25.878" v="4" actId="1076"/>
          <ac:spMkLst>
            <pc:docMk/>
            <pc:sldMk cId="4096796879" sldId="256"/>
            <ac:spMk id="16" creationId="{291C6265-3F9D-4175-BA71-75733CC7EBCC}"/>
          </ac:spMkLst>
        </pc:spChg>
        <pc:spChg chg="add mod">
          <ac:chgData name="Pierri, Marina de Sene (BIR)" userId="b68b141b-d89b-4551-bd5a-c3bd15615575" providerId="ADAL" clId="{8B5141F9-5FB0-4F86-961F-D4F756C51D15}" dt="2022-03-14T18:40:51.295" v="19" actId="1076"/>
          <ac:spMkLst>
            <pc:docMk/>
            <pc:sldMk cId="4096796879" sldId="256"/>
            <ac:spMk id="18" creationId="{A5148C0F-CE26-425A-BC20-0C361D615A5D}"/>
          </ac:spMkLst>
        </pc:spChg>
        <pc:spChg chg="add mod">
          <ac:chgData name="Pierri, Marina de Sene (BIR)" userId="b68b141b-d89b-4551-bd5a-c3bd15615575" providerId="ADAL" clId="{8B5141F9-5FB0-4F86-961F-D4F756C51D15}" dt="2022-03-14T18:41:30.471" v="26" actId="1076"/>
          <ac:spMkLst>
            <pc:docMk/>
            <pc:sldMk cId="4096796879" sldId="256"/>
            <ac:spMk id="19" creationId="{009C2614-0428-4606-80AC-89FAEB8754BB}"/>
          </ac:spMkLst>
        </pc:spChg>
        <pc:picChg chg="add mod">
          <ac:chgData name="Pierri, Marina de Sene (BIR)" userId="b68b141b-d89b-4551-bd5a-c3bd15615575" providerId="ADAL" clId="{8B5141F9-5FB0-4F86-961F-D4F756C51D15}" dt="2022-03-14T18:40:43.391" v="18" actId="14100"/>
          <ac:picMkLst>
            <pc:docMk/>
            <pc:sldMk cId="4096796879" sldId="256"/>
            <ac:picMk id="3" creationId="{2BE0C019-CD61-4A16-9FE5-547E468B4C8D}"/>
          </ac:picMkLst>
        </pc:picChg>
      </pc:sldChg>
    </pc:docChg>
  </pc:docChgLst>
  <pc:docChgLst>
    <pc:chgData name="de Paula, Angelica (BIR)" userId="S::depaulang@paho.org::0a5f1c06-9934-4ea2-a1f7-08a528874a6f" providerId="AD" clId="Web-{A0F4FE83-82DF-1D5D-AF7D-27F2359ED51F}"/>
    <pc:docChg chg="addSld modSld">
      <pc:chgData name="de Paula, Angelica (BIR)" userId="S::depaulang@paho.org::0a5f1c06-9934-4ea2-a1f7-08a528874a6f" providerId="AD" clId="Web-{A0F4FE83-82DF-1D5D-AF7D-27F2359ED51F}" dt="2022-05-24T00:50:15.658" v="20" actId="20577"/>
      <pc:docMkLst>
        <pc:docMk/>
      </pc:docMkLst>
      <pc:sldChg chg="modSp add replId">
        <pc:chgData name="de Paula, Angelica (BIR)" userId="S::depaulang@paho.org::0a5f1c06-9934-4ea2-a1f7-08a528874a6f" providerId="AD" clId="Web-{A0F4FE83-82DF-1D5D-AF7D-27F2359ED51F}" dt="2022-05-24T00:50:15.658" v="20" actId="20577"/>
        <pc:sldMkLst>
          <pc:docMk/>
          <pc:sldMk cId="1898917362" sldId="261"/>
        </pc:sldMkLst>
        <pc:spChg chg="mod">
          <ac:chgData name="de Paula, Angelica (BIR)" userId="S::depaulang@paho.org::0a5f1c06-9934-4ea2-a1f7-08a528874a6f" providerId="AD" clId="Web-{A0F4FE83-82DF-1D5D-AF7D-27F2359ED51F}" dt="2022-05-24T00:50:15.658" v="20" actId="20577"/>
          <ac:spMkLst>
            <pc:docMk/>
            <pc:sldMk cId="1898917362" sldId="261"/>
            <ac:spMk id="8" creationId="{F290792A-350D-4057-9179-0D14067C38FF}"/>
          </ac:spMkLst>
        </pc:spChg>
        <pc:spChg chg="mod">
          <ac:chgData name="de Paula, Angelica (BIR)" userId="S::depaulang@paho.org::0a5f1c06-9934-4ea2-a1f7-08a528874a6f" providerId="AD" clId="Web-{A0F4FE83-82DF-1D5D-AF7D-27F2359ED51F}" dt="2022-05-24T00:49:46.626" v="12" actId="20577"/>
          <ac:spMkLst>
            <pc:docMk/>
            <pc:sldMk cId="1898917362" sldId="261"/>
            <ac:spMk id="13" creationId="{73469698-8A80-48EF-812D-53FD1B9D377E}"/>
          </ac:spMkLst>
        </pc:spChg>
        <pc:spChg chg="mod">
          <ac:chgData name="de Paula, Angelica (BIR)" userId="S::depaulang@paho.org::0a5f1c06-9934-4ea2-a1f7-08a528874a6f" providerId="AD" clId="Web-{A0F4FE83-82DF-1D5D-AF7D-27F2359ED51F}" dt="2022-05-24T00:50:09.736" v="18" actId="20577"/>
          <ac:spMkLst>
            <pc:docMk/>
            <pc:sldMk cId="1898917362" sldId="261"/>
            <ac:spMk id="14" creationId="{4AF9A9BD-510C-45FE-82F4-6B4875D7A388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8B972B4-D3EA-46A9-922B-4220121E92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EA6C4FE-0D6C-4C6A-842A-BB2AA6FD2E6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1ADE202-A2C3-4990-BA75-3C6F96B7E2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49A380-3B9F-47C1-AA12-BD39D524A02F}" type="datetimeFigureOut">
              <a:rPr lang="pt-BR" smtClean="0"/>
              <a:t>12/03/2025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982A0B5-A3E8-4AF4-8C7E-D11EAAF67A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28BC266-B951-4AD4-88A5-D383777635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E746E3-5E0A-439E-8398-3E2DC36D735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656854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AB278D6-80F4-4607-AD54-476A2C9204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B0E74E5-5F3A-4510-9641-E12CF05A00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7435B62-6194-4228-8B12-5A64FA4BC7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49A380-3B9F-47C1-AA12-BD39D524A02F}" type="datetimeFigureOut">
              <a:rPr lang="pt-BR" smtClean="0"/>
              <a:t>12/03/2025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E63D584-9C6A-47A6-9E78-D2D91A7CB6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744ACA0-1D2C-4A05-8ABE-AD52F8DCE0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E746E3-5E0A-439E-8398-3E2DC36D735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582864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D39C3C5-B3EF-42D6-AEFF-0B420D48CD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D749DEEC-2D47-4FF1-B058-7D706E8A33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119133D-CF75-4DE8-849E-E3C577AF04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49A380-3B9F-47C1-AA12-BD39D524A02F}" type="datetimeFigureOut">
              <a:rPr lang="pt-BR" smtClean="0"/>
              <a:t>12/03/2025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848909E-3D77-492A-B048-528032BE67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9A52C7F-AA88-442E-9464-85D398A9DE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E746E3-5E0A-439E-8398-3E2DC36D735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166780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74E9AC4-D50E-4EFB-B80C-F0D4900B4E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8F05E03-194C-4F0D-8A68-3FA3ADF0540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FFBADC10-A430-4995-A911-E7CFBE0DFB9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AECB3D9-79D3-4FCC-BEDA-B1EFD74C7E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49A380-3B9F-47C1-AA12-BD39D524A02F}" type="datetimeFigureOut">
              <a:rPr lang="pt-BR" smtClean="0"/>
              <a:t>12/03/2025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71482A21-5C3D-4892-8A69-95D0751A57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626395D-6C7B-41B6-9FC6-E61C58DDD3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E746E3-5E0A-439E-8398-3E2DC36D735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83264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C09E2AE-070F-4C90-BC19-D1BD804B76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1553654-2E6D-4930-98EF-63CA8ADE06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336B79BB-5EDF-44FE-AD41-0FDA4E862E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BFEB4227-068A-414C-9108-5FAE44A3A46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37FED14D-0D70-4625-926E-C08E9CA502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51288CF5-3825-4721-947D-59CDA480A8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49A380-3B9F-47C1-AA12-BD39D524A02F}" type="datetimeFigureOut">
              <a:rPr lang="pt-BR" smtClean="0"/>
              <a:t>12/03/2025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FBEF5CB2-07D1-4989-8AEB-15B5FF3D37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8259ADCB-54AF-49F2-8035-BE30CBFBC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E746E3-5E0A-439E-8398-3E2DC36D735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168597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32494C9-E7DD-4DBA-B4C8-A861D645B4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FB8037CD-7437-4445-80A3-2B3F7FA08A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49A380-3B9F-47C1-AA12-BD39D524A02F}" type="datetimeFigureOut">
              <a:rPr lang="pt-BR" smtClean="0"/>
              <a:t>12/03/2025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F946715B-7416-4071-ACC1-18CBD8E343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BCC0207A-9635-4FD8-976D-E98B2CCEB8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E746E3-5E0A-439E-8398-3E2DC36D735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443619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4EFABFE9-8BD4-4A33-9A66-D0C2D4FD9A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49A380-3B9F-47C1-AA12-BD39D524A02F}" type="datetimeFigureOut">
              <a:rPr lang="pt-BR" smtClean="0"/>
              <a:t>12/03/2025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BEF0F61E-8B85-4BF8-98D6-45E52FE301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8C0FE4F5-9865-4435-8623-2A7FA90093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E746E3-5E0A-439E-8398-3E2DC36D735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591781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93DB1A7-924A-4B3A-9A56-2A48B9F395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8C0D3FD-6284-498A-BCA9-F0590FA449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87B5B820-4EB2-477D-8124-1443E9D925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4650F52-500C-433F-A8CF-22A62952DD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49A380-3B9F-47C1-AA12-BD39D524A02F}" type="datetimeFigureOut">
              <a:rPr lang="pt-BR" smtClean="0"/>
              <a:t>12/03/2025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C428B54-16E1-4E97-97C2-6BE3703EB4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119B821-E886-4575-B532-0FDD70DE5B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E746E3-5E0A-439E-8398-3E2DC36D735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948725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0E72071-A1A7-41FD-AC51-66F43EAEF3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1495624B-680E-47BC-BECE-17521F7AC3D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37C95732-C3D5-4308-83C6-F0423380436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EE946B98-3B9B-49D6-B4F7-DBA44209AD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49A380-3B9F-47C1-AA12-BD39D524A02F}" type="datetimeFigureOut">
              <a:rPr lang="pt-BR" smtClean="0"/>
              <a:t>12/03/2025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02F3C423-FDE5-4D25-B3B2-EE7D63D973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8BE98E57-6B37-4D90-9BB5-DE58BD253C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E746E3-5E0A-439E-8398-3E2DC36D735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551201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3830434-4308-4025-A532-75F76D70B5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B4FA98E1-54B0-4CBB-B5BA-6D9F7B5DB53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0BF180B-58AB-42DB-852A-426D10A413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49A380-3B9F-47C1-AA12-BD39D524A02F}" type="datetimeFigureOut">
              <a:rPr lang="pt-BR" smtClean="0"/>
              <a:t>12/03/2025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900D15D-4D16-4B45-B113-26FF3CC639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70581E4-D69F-409E-9CE6-FF896A7929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E746E3-5E0A-439E-8398-3E2DC36D735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175285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F6BF1C3A-65D0-40A5-A9A5-D966D3AE5A8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B66BF8BC-E7D3-4001-B253-95562D28D88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5FFDD7C-7F0F-4080-BAC4-E741899C9B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49A380-3B9F-47C1-AA12-BD39D524A02F}" type="datetimeFigureOut">
              <a:rPr lang="pt-BR" smtClean="0"/>
              <a:t>12/03/2025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D30FE79-767B-4A7F-B185-684C3AE8F8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C10D3AF-696C-44E1-A687-A5CF0BC49A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E746E3-5E0A-439E-8398-3E2DC36D735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738748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9D23D3C6-BDA1-47CD-991E-821B0F0733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4CE32AC7-B707-4065-AA5D-DCDC44A21B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AD2C11A-BB2F-4C66-828D-FDA9BAC5A0D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49A380-3B9F-47C1-AA12-BD39D524A02F}" type="datetimeFigureOut">
              <a:rPr lang="pt-BR" smtClean="0"/>
              <a:t>12/03/2025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8A281EA-81CF-4BF3-91A3-F44E66C2732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4161F23-F45F-4875-B26B-41D81279AD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0E746E3-5E0A-439E-8398-3E2DC36D735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415988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aixaDeTexto 13">
            <a:extLst>
              <a:ext uri="{FF2B5EF4-FFF2-40B4-BE49-F238E27FC236}">
                <a16:creationId xmlns:a16="http://schemas.microsoft.com/office/drawing/2014/main" id="{4AF9A9BD-510C-45FE-82F4-6B4875D7A388}"/>
              </a:ext>
            </a:extLst>
          </p:cNvPr>
          <p:cNvSpPr txBox="1"/>
          <p:nvPr/>
        </p:nvSpPr>
        <p:spPr>
          <a:xfrm>
            <a:off x="617295" y="5642842"/>
            <a:ext cx="1913642" cy="86177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pt-BR" sz="3600" dirty="0">
                <a:solidFill>
                  <a:schemeClr val="bg1"/>
                </a:solidFill>
              </a:rPr>
              <a:t>00/mês</a:t>
            </a:r>
            <a:endParaRPr lang="en-US" sz="3600" dirty="0" err="1">
              <a:solidFill>
                <a:schemeClr val="bg1"/>
              </a:solidFill>
              <a:cs typeface="Calibri" panose="020F0502020204030204"/>
            </a:endParaRPr>
          </a:p>
          <a:p>
            <a:pPr algn="ctr"/>
            <a:r>
              <a:rPr lang="pt-BR" sz="1400" dirty="0">
                <a:solidFill>
                  <a:schemeClr val="bg1"/>
                </a:solidFill>
                <a:ea typeface="+mn-lt"/>
                <a:cs typeface="+mn-lt"/>
              </a:rPr>
              <a:t>00 </a:t>
            </a:r>
            <a:r>
              <a:rPr lang="pt-BR" sz="1400" dirty="0" err="1">
                <a:solidFill>
                  <a:schemeClr val="bg1"/>
                </a:solidFill>
                <a:ea typeface="+mn-lt"/>
                <a:cs typeface="+mn-lt"/>
              </a:rPr>
              <a:t>pm</a:t>
            </a:r>
            <a:r>
              <a:rPr lang="pt-BR" sz="1400" dirty="0">
                <a:solidFill>
                  <a:schemeClr val="bg1"/>
                </a:solidFill>
                <a:ea typeface="+mn-lt"/>
                <a:cs typeface="+mn-lt"/>
              </a:rPr>
              <a:t> (Brasília, GMT-3)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F290792A-350D-4057-9179-0D14067C38FF}"/>
              </a:ext>
            </a:extLst>
          </p:cNvPr>
          <p:cNvSpPr txBox="1"/>
          <p:nvPr/>
        </p:nvSpPr>
        <p:spPr>
          <a:xfrm>
            <a:off x="617294" y="2478826"/>
            <a:ext cx="5885837" cy="120032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pt-BR" sz="3600" b="1" i="0" dirty="0" err="1">
                <a:solidFill>
                  <a:schemeClr val="bg1"/>
                </a:solidFill>
                <a:effectLst/>
                <a:ea typeface="Open Sans" panose="020B0606030504020204" pitchFamily="34" charset="0"/>
                <a:cs typeface="Open Sans" panose="020B0606030504020204" pitchFamily="34" charset="0"/>
              </a:rPr>
              <a:t>Lorem</a:t>
            </a:r>
            <a:r>
              <a:rPr lang="pt-BR" sz="3600" b="1" i="0" dirty="0">
                <a:solidFill>
                  <a:schemeClr val="bg1"/>
                </a:solidFill>
                <a:effectLst/>
                <a:ea typeface="Open Sans" panose="020B0606030504020204" pitchFamily="34" charset="0"/>
                <a:cs typeface="Open Sans" panose="020B0606030504020204" pitchFamily="34" charset="0"/>
              </a:rPr>
              <a:t> ipsum </a:t>
            </a:r>
            <a:r>
              <a:rPr lang="pt-BR" sz="3600" b="1" i="0" dirty="0" err="1">
                <a:solidFill>
                  <a:schemeClr val="bg1"/>
                </a:solidFill>
                <a:effectLst/>
                <a:ea typeface="Open Sans" panose="020B0606030504020204" pitchFamily="34" charset="0"/>
                <a:cs typeface="Open Sans" panose="020B0606030504020204" pitchFamily="34" charset="0"/>
              </a:rPr>
              <a:t>dolor</a:t>
            </a:r>
            <a:r>
              <a:rPr lang="pt-BR" sz="3600" b="1" i="0" dirty="0">
                <a:solidFill>
                  <a:schemeClr val="bg1"/>
                </a:solidFill>
                <a:effectLst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pt-BR" sz="3600" b="1" i="0" dirty="0" err="1">
                <a:solidFill>
                  <a:schemeClr val="bg1"/>
                </a:solidFill>
                <a:effectLst/>
                <a:ea typeface="Open Sans" panose="020B0606030504020204" pitchFamily="34" charset="0"/>
                <a:cs typeface="Open Sans" panose="020B0606030504020204" pitchFamily="34" charset="0"/>
              </a:rPr>
              <a:t>sit</a:t>
            </a:r>
            <a:r>
              <a:rPr lang="pt-BR" sz="3600" b="1" i="0" dirty="0">
                <a:solidFill>
                  <a:schemeClr val="bg1"/>
                </a:solidFill>
                <a:effectLst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pt-BR" sz="3600" b="1" i="0" dirty="0" err="1">
                <a:solidFill>
                  <a:schemeClr val="bg1"/>
                </a:solidFill>
                <a:effectLst/>
                <a:ea typeface="Open Sans" panose="020B0606030504020204" pitchFamily="34" charset="0"/>
                <a:cs typeface="Open Sans" panose="020B0606030504020204" pitchFamily="34" charset="0"/>
              </a:rPr>
              <a:t>amet</a:t>
            </a:r>
            <a:r>
              <a:rPr lang="pt-BR" sz="3600" b="1" i="0" dirty="0">
                <a:solidFill>
                  <a:schemeClr val="bg1"/>
                </a:solidFill>
                <a:effectLst/>
                <a:ea typeface="Open Sans" panose="020B0606030504020204" pitchFamily="34" charset="0"/>
                <a:cs typeface="Open Sans" panose="020B0606030504020204" pitchFamily="34" charset="0"/>
              </a:rPr>
              <a:t>, </a:t>
            </a:r>
            <a:r>
              <a:rPr lang="pt-BR" sz="3600" b="1" i="0" dirty="0" err="1">
                <a:solidFill>
                  <a:schemeClr val="bg1"/>
                </a:solidFill>
                <a:effectLst/>
                <a:ea typeface="Open Sans" panose="020B0606030504020204" pitchFamily="34" charset="0"/>
                <a:cs typeface="Open Sans" panose="020B0606030504020204" pitchFamily="34" charset="0"/>
              </a:rPr>
              <a:t>consectetur</a:t>
            </a:r>
            <a:r>
              <a:rPr lang="pt-BR" sz="3600" b="1" i="0" dirty="0">
                <a:solidFill>
                  <a:schemeClr val="bg1"/>
                </a:solidFill>
                <a:effectLst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pt-BR" sz="3600" b="1" i="0" dirty="0" err="1">
                <a:solidFill>
                  <a:schemeClr val="bg1"/>
                </a:solidFill>
                <a:effectLst/>
                <a:ea typeface="Open Sans" panose="020B0606030504020204" pitchFamily="34" charset="0"/>
                <a:cs typeface="Open Sans" panose="020B0606030504020204" pitchFamily="34" charset="0"/>
              </a:rPr>
              <a:t>adipiscing</a:t>
            </a:r>
            <a:r>
              <a:rPr lang="pt-BR" sz="3600" b="1" i="0" dirty="0">
                <a:solidFill>
                  <a:schemeClr val="bg1"/>
                </a:solidFill>
                <a:effectLst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pt-BR" sz="3600" b="1" i="0" dirty="0" err="1">
                <a:solidFill>
                  <a:schemeClr val="bg1"/>
                </a:solidFill>
                <a:effectLst/>
                <a:ea typeface="Open Sans" panose="020B0606030504020204" pitchFamily="34" charset="0"/>
                <a:cs typeface="Open Sans" panose="020B0606030504020204" pitchFamily="34" charset="0"/>
              </a:rPr>
              <a:t>elit</a:t>
            </a:r>
            <a:r>
              <a:rPr lang="pt-BR" sz="3600" b="1" i="0" dirty="0">
                <a:solidFill>
                  <a:schemeClr val="bg1"/>
                </a:solidFill>
                <a:effectLst/>
                <a:ea typeface="Open Sans" panose="020B0606030504020204" pitchFamily="34" charset="0"/>
                <a:cs typeface="Open Sans" panose="020B0606030504020204" pitchFamily="34" charset="0"/>
              </a:rPr>
              <a:t>.</a:t>
            </a:r>
            <a:endParaRPr lang="pt-BR" sz="3600" b="1" dirty="0">
              <a:solidFill>
                <a:schemeClr val="bg1"/>
              </a:solidFill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pic>
        <p:nvPicPr>
          <p:cNvPr id="12" name="Imagem 11" descr="Ícone&#10;&#10;Descrição gerada automaticamente">
            <a:extLst>
              <a:ext uri="{FF2B5EF4-FFF2-40B4-BE49-F238E27FC236}">
                <a16:creationId xmlns:a16="http://schemas.microsoft.com/office/drawing/2014/main" id="{3E585B8A-9249-49B7-9F17-CAC6FDBADED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4595" y="5685561"/>
            <a:ext cx="776336" cy="776336"/>
          </a:xfrm>
          <a:prstGeom prst="rect">
            <a:avLst/>
          </a:prstGeom>
        </p:spPr>
      </p:pic>
      <p:sp>
        <p:nvSpPr>
          <p:cNvPr id="17" name="CaixaDeTexto 16">
            <a:extLst>
              <a:ext uri="{FF2B5EF4-FFF2-40B4-BE49-F238E27FC236}">
                <a16:creationId xmlns:a16="http://schemas.microsoft.com/office/drawing/2014/main" id="{CD77491C-C18D-48E0-A3C9-CC924EEDD808}"/>
              </a:ext>
            </a:extLst>
          </p:cNvPr>
          <p:cNvSpPr txBox="1"/>
          <p:nvPr/>
        </p:nvSpPr>
        <p:spPr>
          <a:xfrm>
            <a:off x="3401321" y="5765591"/>
            <a:ext cx="1593130" cy="3693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pt-BR" dirty="0" err="1">
                <a:solidFill>
                  <a:schemeClr val="bg1"/>
                </a:solidFill>
              </a:rPr>
              <a:t>Regístree</a:t>
            </a:r>
            <a:r>
              <a:rPr lang="pt-BR" dirty="0">
                <a:solidFill>
                  <a:schemeClr val="bg1"/>
                </a:solidFill>
              </a:rPr>
              <a:t> </a:t>
            </a:r>
            <a:r>
              <a:rPr lang="pt-BR" dirty="0" err="1">
                <a:solidFill>
                  <a:schemeClr val="bg1"/>
                </a:solidFill>
              </a:rPr>
              <a:t>en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5" name="CaixaDeTexto 24">
            <a:extLst>
              <a:ext uri="{FF2B5EF4-FFF2-40B4-BE49-F238E27FC236}">
                <a16:creationId xmlns:a16="http://schemas.microsoft.com/office/drawing/2014/main" id="{DBE92BF6-08EE-3679-3DE0-7F4A3756D185}"/>
              </a:ext>
            </a:extLst>
          </p:cNvPr>
          <p:cNvSpPr txBox="1"/>
          <p:nvPr/>
        </p:nvSpPr>
        <p:spPr>
          <a:xfrm>
            <a:off x="3401321" y="6090894"/>
            <a:ext cx="35232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>
                <a:solidFill>
                  <a:schemeClr val="bg1"/>
                </a:solidFill>
                <a:ea typeface="+mn-lt"/>
                <a:cs typeface="+mn-lt"/>
              </a:rPr>
              <a:t>bit.ly/link</a:t>
            </a:r>
            <a:endParaRPr lang="en-US" dirty="0">
              <a:solidFill>
                <a:schemeClr val="bg1"/>
              </a:solidFill>
            </a:endParaRPr>
          </a:p>
        </p:txBody>
      </p:sp>
      <p:grpSp>
        <p:nvGrpSpPr>
          <p:cNvPr id="4" name="Agrupar 3">
            <a:extLst>
              <a:ext uri="{FF2B5EF4-FFF2-40B4-BE49-F238E27FC236}">
                <a16:creationId xmlns:a16="http://schemas.microsoft.com/office/drawing/2014/main" id="{3C6ADD74-3731-5AE1-85FE-3686D37A0403}"/>
              </a:ext>
            </a:extLst>
          </p:cNvPr>
          <p:cNvGrpSpPr/>
          <p:nvPr/>
        </p:nvGrpSpPr>
        <p:grpSpPr>
          <a:xfrm>
            <a:off x="7576988" y="1610444"/>
            <a:ext cx="2505527" cy="1213926"/>
            <a:chOff x="7013187" y="2368281"/>
            <a:chExt cx="2939091" cy="1423987"/>
          </a:xfrm>
        </p:grpSpPr>
        <p:cxnSp>
          <p:nvCxnSpPr>
            <p:cNvPr id="11" name="Conector reto 10">
              <a:extLst>
                <a:ext uri="{FF2B5EF4-FFF2-40B4-BE49-F238E27FC236}">
                  <a16:creationId xmlns:a16="http://schemas.microsoft.com/office/drawing/2014/main" id="{C9C967F7-B710-AEA7-C8BF-CFB730C22A5F}"/>
                </a:ext>
              </a:extLst>
            </p:cNvPr>
            <p:cNvCxnSpPr/>
            <p:nvPr/>
          </p:nvCxnSpPr>
          <p:spPr>
            <a:xfrm>
              <a:off x="8235397" y="3357273"/>
              <a:ext cx="1716881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3" name="Elipse 12">
              <a:extLst>
                <a:ext uri="{FF2B5EF4-FFF2-40B4-BE49-F238E27FC236}">
                  <a16:creationId xmlns:a16="http://schemas.microsoft.com/office/drawing/2014/main" id="{464124E6-57CF-452C-4ABA-86627D193CC2}"/>
                </a:ext>
              </a:extLst>
            </p:cNvPr>
            <p:cNvSpPr/>
            <p:nvPr/>
          </p:nvSpPr>
          <p:spPr>
            <a:xfrm>
              <a:off x="7013187" y="2368281"/>
              <a:ext cx="1423987" cy="1423987"/>
            </a:xfrm>
            <a:prstGeom prst="ellipse">
              <a:avLst/>
            </a:prstGeom>
            <a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 l="-25000" r="-25000"/>
              </a:stretch>
            </a:blipFill>
            <a:ln>
              <a:solidFill>
                <a:schemeClr val="bg2"/>
              </a:solidFill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pt-BR" u="sng"/>
            </a:p>
          </p:txBody>
        </p:sp>
        <p:sp>
          <p:nvSpPr>
            <p:cNvPr id="16" name="CaixaDeTexto 15">
              <a:extLst>
                <a:ext uri="{FF2B5EF4-FFF2-40B4-BE49-F238E27FC236}">
                  <a16:creationId xmlns:a16="http://schemas.microsoft.com/office/drawing/2014/main" id="{F18E2D07-1B96-A808-1625-0E215FBBF61C}"/>
                </a:ext>
              </a:extLst>
            </p:cNvPr>
            <p:cNvSpPr txBox="1"/>
            <p:nvPr/>
          </p:nvSpPr>
          <p:spPr>
            <a:xfrm>
              <a:off x="8437174" y="2722541"/>
              <a:ext cx="1324017" cy="55399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pt-BR" sz="1600" b="1" dirty="0">
                  <a:solidFill>
                    <a:srgbClr val="2BF6D1"/>
                  </a:solidFill>
                  <a:cs typeface="Calibri"/>
                </a:rPr>
                <a:t>NOME</a:t>
              </a:r>
              <a:endParaRPr lang="en-US" sz="1600" dirty="0">
                <a:cs typeface="Calibri" panose="020F0502020204030204"/>
              </a:endParaRPr>
            </a:p>
            <a:p>
              <a:r>
                <a:rPr lang="pt-BR" sz="1400" dirty="0">
                  <a:solidFill>
                    <a:schemeClr val="bg1">
                      <a:lumMod val="95000"/>
                    </a:schemeClr>
                  </a:solidFill>
                  <a:ea typeface="+mn-lt"/>
                  <a:cs typeface="+mn-lt"/>
                </a:rPr>
                <a:t>Instituição</a:t>
              </a:r>
            </a:p>
          </p:txBody>
        </p:sp>
      </p:grp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FB6FE4C9-2F65-B6CB-FA77-379F4299801C}"/>
              </a:ext>
            </a:extLst>
          </p:cNvPr>
          <p:cNvSpPr txBox="1"/>
          <p:nvPr/>
        </p:nvSpPr>
        <p:spPr>
          <a:xfrm>
            <a:off x="617295" y="3728033"/>
            <a:ext cx="609452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b="1" dirty="0">
                <a:solidFill>
                  <a:srgbClr val="2BF6D1"/>
                </a:solidFill>
                <a:cs typeface="Calibri"/>
              </a:rPr>
              <a:t>NOME</a:t>
            </a:r>
            <a:endParaRPr lang="en-US" dirty="0">
              <a:cs typeface="Calibri" panose="020F0502020204030204"/>
            </a:endParaRPr>
          </a:p>
          <a:p>
            <a:r>
              <a:rPr lang="pt-BR" sz="1800" dirty="0">
                <a:solidFill>
                  <a:schemeClr val="bg1">
                    <a:lumMod val="95000"/>
                  </a:schemeClr>
                </a:solidFill>
                <a:ea typeface="+mn-lt"/>
                <a:cs typeface="+mn-lt"/>
              </a:rPr>
              <a:t>Cargo</a:t>
            </a:r>
          </a:p>
          <a:p>
            <a:r>
              <a:rPr lang="pt-BR" sz="1800" dirty="0">
                <a:solidFill>
                  <a:schemeClr val="bg1">
                    <a:lumMod val="95000"/>
                  </a:schemeClr>
                </a:solidFill>
                <a:ea typeface="+mn-lt"/>
                <a:cs typeface="+mn-lt"/>
              </a:rPr>
              <a:t>BIREME/OPS/OMS</a:t>
            </a:r>
            <a:endParaRPr lang="pt-BR" dirty="0">
              <a:solidFill>
                <a:schemeClr val="bg1">
                  <a:lumMod val="95000"/>
                </a:schemeClr>
              </a:solidFill>
              <a:ea typeface="+mn-lt"/>
              <a:cs typeface="+mn-lt"/>
            </a:endParaRPr>
          </a:p>
        </p:txBody>
      </p: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9764A249-F0F1-D3E3-4FA7-21AE4372BC1D}"/>
              </a:ext>
            </a:extLst>
          </p:cNvPr>
          <p:cNvSpPr txBox="1"/>
          <p:nvPr/>
        </p:nvSpPr>
        <p:spPr>
          <a:xfrm>
            <a:off x="617295" y="1170596"/>
            <a:ext cx="6383869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800" b="1" i="0" dirty="0">
                <a:solidFill>
                  <a:schemeClr val="bg1"/>
                </a:solidFill>
                <a:effectLst/>
                <a:latin typeface="-apple-system"/>
              </a:rPr>
              <a:t>Indexação de documentos segundo a Metodologia LILACS</a:t>
            </a:r>
            <a:endParaRPr lang="pt-BR" sz="2800" b="1" dirty="0">
              <a:solidFill>
                <a:schemeClr val="bg1"/>
              </a:solidFill>
              <a:ea typeface="Calibri"/>
              <a:cs typeface="Calibri"/>
            </a:endParaRPr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953B15D9-65DE-D166-4521-7DB8D10B3B34}"/>
              </a:ext>
            </a:extLst>
          </p:cNvPr>
          <p:cNvSpPr txBox="1"/>
          <p:nvPr/>
        </p:nvSpPr>
        <p:spPr>
          <a:xfrm>
            <a:off x="617295" y="562571"/>
            <a:ext cx="376827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600" b="1" i="0" dirty="0">
                <a:solidFill>
                  <a:schemeClr val="bg1"/>
                </a:solidFill>
                <a:effectLst/>
                <a:latin typeface="-apple-system"/>
              </a:rPr>
              <a:t>Fortalecimiento de las Redes de</a:t>
            </a:r>
          </a:p>
          <a:p>
            <a:r>
              <a:rPr lang="es-ES" sz="1600" b="1" i="0" dirty="0">
                <a:solidFill>
                  <a:schemeClr val="bg1"/>
                </a:solidFill>
                <a:effectLst/>
                <a:latin typeface="-apple-system"/>
              </a:rPr>
              <a:t>Información en Salud en AL&amp;C 2025</a:t>
            </a:r>
            <a:endParaRPr lang="pt-BR" sz="1600" b="1" i="0" dirty="0">
              <a:solidFill>
                <a:schemeClr val="bg1"/>
              </a:solidFill>
              <a:effectLst/>
            </a:endParaRPr>
          </a:p>
        </p:txBody>
      </p:sp>
      <p:grpSp>
        <p:nvGrpSpPr>
          <p:cNvPr id="3" name="Agrupar 2">
            <a:extLst>
              <a:ext uri="{FF2B5EF4-FFF2-40B4-BE49-F238E27FC236}">
                <a16:creationId xmlns:a16="http://schemas.microsoft.com/office/drawing/2014/main" id="{788D14A4-BEFC-3652-5CB7-2732F59AFE64}"/>
              </a:ext>
            </a:extLst>
          </p:cNvPr>
          <p:cNvGrpSpPr/>
          <p:nvPr/>
        </p:nvGrpSpPr>
        <p:grpSpPr>
          <a:xfrm>
            <a:off x="6959923" y="2948139"/>
            <a:ext cx="2505527" cy="1213926"/>
            <a:chOff x="7013187" y="2368281"/>
            <a:chExt cx="2939091" cy="1423987"/>
          </a:xfrm>
        </p:grpSpPr>
        <p:cxnSp>
          <p:nvCxnSpPr>
            <p:cNvPr id="5" name="Conector reto 4">
              <a:extLst>
                <a:ext uri="{FF2B5EF4-FFF2-40B4-BE49-F238E27FC236}">
                  <a16:creationId xmlns:a16="http://schemas.microsoft.com/office/drawing/2014/main" id="{C9EA327C-8A7A-2164-5B81-BF50E831070D}"/>
                </a:ext>
              </a:extLst>
            </p:cNvPr>
            <p:cNvCxnSpPr/>
            <p:nvPr/>
          </p:nvCxnSpPr>
          <p:spPr>
            <a:xfrm>
              <a:off x="8235397" y="3357273"/>
              <a:ext cx="1716881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5" name="Elipse 14">
              <a:extLst>
                <a:ext uri="{FF2B5EF4-FFF2-40B4-BE49-F238E27FC236}">
                  <a16:creationId xmlns:a16="http://schemas.microsoft.com/office/drawing/2014/main" id="{2ED3279D-B4C4-AFCF-0B66-FD2C150881C0}"/>
                </a:ext>
              </a:extLst>
            </p:cNvPr>
            <p:cNvSpPr/>
            <p:nvPr/>
          </p:nvSpPr>
          <p:spPr>
            <a:xfrm>
              <a:off x="7013187" y="2368281"/>
              <a:ext cx="1423987" cy="1423987"/>
            </a:xfrm>
            <a:prstGeom prst="ellipse">
              <a:avLst/>
            </a:prstGeom>
            <a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 l="-25000" r="-25000"/>
              </a:stretch>
            </a:blipFill>
            <a:ln>
              <a:solidFill>
                <a:schemeClr val="bg2"/>
              </a:solidFill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pt-BR" u="sng"/>
            </a:p>
          </p:txBody>
        </p:sp>
        <p:sp>
          <p:nvSpPr>
            <p:cNvPr id="18" name="CaixaDeTexto 17">
              <a:extLst>
                <a:ext uri="{FF2B5EF4-FFF2-40B4-BE49-F238E27FC236}">
                  <a16:creationId xmlns:a16="http://schemas.microsoft.com/office/drawing/2014/main" id="{0C58B838-129E-620E-2834-5CB30AC1139C}"/>
                </a:ext>
              </a:extLst>
            </p:cNvPr>
            <p:cNvSpPr txBox="1"/>
            <p:nvPr/>
          </p:nvSpPr>
          <p:spPr>
            <a:xfrm>
              <a:off x="8437174" y="2722541"/>
              <a:ext cx="1324017" cy="55399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pt-BR" sz="1600" b="1" dirty="0">
                  <a:solidFill>
                    <a:srgbClr val="2BF6D1"/>
                  </a:solidFill>
                  <a:cs typeface="Calibri"/>
                </a:rPr>
                <a:t>NOME</a:t>
              </a:r>
              <a:endParaRPr lang="en-US" sz="1600" dirty="0">
                <a:cs typeface="Calibri" panose="020F0502020204030204"/>
              </a:endParaRPr>
            </a:p>
            <a:p>
              <a:r>
                <a:rPr lang="pt-BR" sz="1400" dirty="0">
                  <a:solidFill>
                    <a:schemeClr val="bg1">
                      <a:lumMod val="95000"/>
                    </a:schemeClr>
                  </a:solidFill>
                  <a:ea typeface="+mn-lt"/>
                  <a:cs typeface="+mn-lt"/>
                </a:rPr>
                <a:t>Instituição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8641152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B1EB24A-C1BF-C549-C295-6B4AFAD2EE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81037"/>
            <a:ext cx="10515600" cy="1325563"/>
          </a:xfrm>
        </p:spPr>
        <p:txBody>
          <a:bodyPr>
            <a:normAutofit/>
          </a:bodyPr>
          <a:lstStyle/>
          <a:p>
            <a:r>
              <a:rPr lang="en-US" b="1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Lorem Ipsum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 is simply dummy text of the printing and typesetting industry.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2136F54-75D6-5B90-6D77-C69F4F3CAB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477729"/>
            <a:ext cx="10515600" cy="3699234"/>
          </a:xfrm>
        </p:spPr>
        <p:txBody>
          <a:bodyPr>
            <a:normAutofit/>
          </a:bodyPr>
          <a:lstStyle/>
          <a:p>
            <a:r>
              <a:rPr lang="en-US" sz="180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Lorem</a:t>
            </a:r>
            <a:r>
              <a:rPr lang="en-US" sz="1800" b="1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sz="180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Ipsum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 is simply dummy text of the printing and typesetting industry. Lorem Ipsum has been the industry's standard dummy text ever since the 1500s, when an unknown printer took a galley of type and scrambled it to make a type specimen book.</a:t>
            </a:r>
          </a:p>
          <a:p>
            <a:r>
              <a:rPr lang="en-US" sz="1800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It has survived not only five centuries, but also the leap into electronic typesetting, remaining essentially unchanged. It was </a:t>
            </a:r>
            <a:r>
              <a:rPr lang="en-US" sz="1800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popularised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in the 1960s with the release of Letraset sheets containing Lorem Ipsum passages, and more recently with desktop publishing software like Aldus PageMaker including versions of Lorem Ipsum.</a:t>
            </a:r>
            <a:endParaRPr lang="pt-BR" sz="1800" dirty="0"/>
          </a:p>
        </p:txBody>
      </p:sp>
    </p:spTree>
    <p:extLst>
      <p:ext uri="{BB962C8B-B14F-4D97-AF65-F5344CB8AC3E}">
        <p14:creationId xmlns:p14="http://schemas.microsoft.com/office/powerpoint/2010/main" val="14780849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0F6A50F-281B-791F-E9B8-C0651FC612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>
            <a:extLst>
              <a:ext uri="{FF2B5EF4-FFF2-40B4-BE49-F238E27FC236}">
                <a16:creationId xmlns:a16="http://schemas.microsoft.com/office/drawing/2014/main" id="{B847D575-22A3-1319-C1B6-47DCF33A18E3}"/>
              </a:ext>
            </a:extLst>
          </p:cNvPr>
          <p:cNvSpPr txBox="1"/>
          <p:nvPr/>
        </p:nvSpPr>
        <p:spPr>
          <a:xfrm>
            <a:off x="617295" y="1170596"/>
            <a:ext cx="6383869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800" b="1" i="0" dirty="0">
                <a:solidFill>
                  <a:schemeClr val="bg1"/>
                </a:solidFill>
                <a:effectLst/>
                <a:latin typeface="-apple-system"/>
              </a:rPr>
              <a:t>Indexação de documentos segundo a Metodologia LILACS</a:t>
            </a:r>
            <a:endParaRPr lang="pt-BR" sz="2800" b="1" dirty="0">
              <a:solidFill>
                <a:schemeClr val="bg1"/>
              </a:solidFill>
              <a:ea typeface="Calibri"/>
              <a:cs typeface="Calibri"/>
            </a:endParaRP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0C9B2DFB-5EFE-A62B-1EC4-6760C7EE9F85}"/>
              </a:ext>
            </a:extLst>
          </p:cNvPr>
          <p:cNvSpPr txBox="1"/>
          <p:nvPr/>
        </p:nvSpPr>
        <p:spPr>
          <a:xfrm>
            <a:off x="617295" y="562571"/>
            <a:ext cx="376827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600" b="1" i="0">
                <a:solidFill>
                  <a:schemeClr val="bg1"/>
                </a:solidFill>
                <a:effectLst/>
                <a:latin typeface="-apple-system"/>
              </a:rPr>
              <a:t>Fortalecimiento de las Redes de</a:t>
            </a:r>
          </a:p>
          <a:p>
            <a:r>
              <a:rPr lang="es-ES" sz="1600" b="1" i="0" dirty="0">
                <a:solidFill>
                  <a:schemeClr val="bg1"/>
                </a:solidFill>
                <a:effectLst/>
                <a:latin typeface="-apple-system"/>
              </a:rPr>
              <a:t>Información en Salud en AL&amp;C 2025</a:t>
            </a:r>
            <a:endParaRPr lang="pt-BR" sz="1600" b="1" i="0" dirty="0">
              <a:solidFill>
                <a:schemeClr val="bg1"/>
              </a:solidFill>
              <a:effectLst/>
            </a:endParaRPr>
          </a:p>
        </p:txBody>
      </p:sp>
      <p:graphicFrame>
        <p:nvGraphicFramePr>
          <p:cNvPr id="24" name="Tabela 23">
            <a:extLst>
              <a:ext uri="{FF2B5EF4-FFF2-40B4-BE49-F238E27FC236}">
                <a16:creationId xmlns:a16="http://schemas.microsoft.com/office/drawing/2014/main" id="{1AB0C67A-1CFC-E849-8327-BC6A8772312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12675055"/>
              </p:ext>
            </p:extLst>
          </p:nvPr>
        </p:nvGraphicFramePr>
        <p:xfrm>
          <a:off x="722170" y="2408143"/>
          <a:ext cx="10352230" cy="334611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5176115">
                  <a:extLst>
                    <a:ext uri="{9D8B030D-6E8A-4147-A177-3AD203B41FA5}">
                      <a16:colId xmlns:a16="http://schemas.microsoft.com/office/drawing/2014/main" val="859848124"/>
                    </a:ext>
                  </a:extLst>
                </a:gridCol>
                <a:gridCol w="5176115">
                  <a:extLst>
                    <a:ext uri="{9D8B030D-6E8A-4147-A177-3AD203B41FA5}">
                      <a16:colId xmlns:a16="http://schemas.microsoft.com/office/drawing/2014/main" val="4238113433"/>
                    </a:ext>
                  </a:extLst>
                </a:gridCol>
              </a:tblGrid>
              <a:tr h="557685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MÊS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Às quintas-feiras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33986674"/>
                  </a:ext>
                </a:extLst>
              </a:tr>
              <a:tr h="557685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Abril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25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48118311"/>
                  </a:ext>
                </a:extLst>
              </a:tr>
              <a:tr h="557685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Junho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26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08520419"/>
                  </a:ext>
                </a:extLst>
              </a:tr>
              <a:tr h="557685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Agosto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28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64393135"/>
                  </a:ext>
                </a:extLst>
              </a:tr>
              <a:tr h="557685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Outubro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24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50871848"/>
                  </a:ext>
                </a:extLst>
              </a:tr>
              <a:tr h="557685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Novembro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28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1973984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827799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E57A33-FDBD-0008-EE65-2703209244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>
            <a:extLst>
              <a:ext uri="{FF2B5EF4-FFF2-40B4-BE49-F238E27FC236}">
                <a16:creationId xmlns:a16="http://schemas.microsoft.com/office/drawing/2014/main" id="{E81898F5-C650-BC2C-5620-51EC66A8877A}"/>
              </a:ext>
            </a:extLst>
          </p:cNvPr>
          <p:cNvSpPr txBox="1"/>
          <p:nvPr/>
        </p:nvSpPr>
        <p:spPr>
          <a:xfrm>
            <a:off x="617295" y="1170596"/>
            <a:ext cx="6383869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800" b="1" i="0" dirty="0">
                <a:effectLst/>
                <a:latin typeface="-apple-system"/>
              </a:rPr>
              <a:t>Indexação de documentos segundo a Metodologia LILACS</a:t>
            </a:r>
            <a:endParaRPr lang="pt-BR" sz="2800" b="1" dirty="0">
              <a:ea typeface="Calibri"/>
              <a:cs typeface="Calibri"/>
            </a:endParaRP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DD942027-4F6A-3736-529D-724397D68F73}"/>
              </a:ext>
            </a:extLst>
          </p:cNvPr>
          <p:cNvSpPr txBox="1"/>
          <p:nvPr/>
        </p:nvSpPr>
        <p:spPr>
          <a:xfrm>
            <a:off x="617295" y="562571"/>
            <a:ext cx="376827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600" b="1" i="0" dirty="0">
                <a:effectLst/>
                <a:latin typeface="-apple-system"/>
              </a:rPr>
              <a:t>Fortalecimento das Redes</a:t>
            </a:r>
          </a:p>
          <a:p>
            <a:r>
              <a:rPr lang="pt-BR" sz="1600" b="1" i="0" dirty="0">
                <a:effectLst/>
                <a:latin typeface="-apple-system"/>
              </a:rPr>
              <a:t>de Informação em Saúde na AL&amp;C 2025</a:t>
            </a:r>
            <a:endParaRPr lang="pt-BR" sz="1600" b="1" i="0" dirty="0">
              <a:effectLst/>
            </a:endParaRPr>
          </a:p>
        </p:txBody>
      </p:sp>
      <p:graphicFrame>
        <p:nvGraphicFramePr>
          <p:cNvPr id="24" name="Tabela 23">
            <a:extLst>
              <a:ext uri="{FF2B5EF4-FFF2-40B4-BE49-F238E27FC236}">
                <a16:creationId xmlns:a16="http://schemas.microsoft.com/office/drawing/2014/main" id="{70B61890-F789-885A-69DC-B8EE05F4EE4B}"/>
              </a:ext>
            </a:extLst>
          </p:cNvPr>
          <p:cNvGraphicFramePr>
            <a:graphicFrameLocks noGrp="1"/>
          </p:cNvGraphicFramePr>
          <p:nvPr/>
        </p:nvGraphicFramePr>
        <p:xfrm>
          <a:off x="722170" y="2408143"/>
          <a:ext cx="10352230" cy="334611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5176115">
                  <a:extLst>
                    <a:ext uri="{9D8B030D-6E8A-4147-A177-3AD203B41FA5}">
                      <a16:colId xmlns:a16="http://schemas.microsoft.com/office/drawing/2014/main" val="859848124"/>
                    </a:ext>
                  </a:extLst>
                </a:gridCol>
                <a:gridCol w="5176115">
                  <a:extLst>
                    <a:ext uri="{9D8B030D-6E8A-4147-A177-3AD203B41FA5}">
                      <a16:colId xmlns:a16="http://schemas.microsoft.com/office/drawing/2014/main" val="4238113433"/>
                    </a:ext>
                  </a:extLst>
                </a:gridCol>
              </a:tblGrid>
              <a:tr h="557685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MÊS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Às quintas-feiras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33986674"/>
                  </a:ext>
                </a:extLst>
              </a:tr>
              <a:tr h="557685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Abril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25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48118311"/>
                  </a:ext>
                </a:extLst>
              </a:tr>
              <a:tr h="557685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Junho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26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08520419"/>
                  </a:ext>
                </a:extLst>
              </a:tr>
              <a:tr h="557685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Agosto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28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64393135"/>
                  </a:ext>
                </a:extLst>
              </a:tr>
              <a:tr h="557685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Outubro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24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50871848"/>
                  </a:ext>
                </a:extLst>
              </a:tr>
              <a:tr h="557685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Novembro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28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1973984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0415001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 OPAS" ma:contentTypeID="0x010100D9D66CEC5F2C404782F911C86DB1F77300943D3F739B659647BD5CFC479406D26F" ma:contentTypeVersion="34" ma:contentTypeDescription="Tipo de conteúdo para documento OPAS" ma:contentTypeScope="" ma:versionID="6f0a094822c865aefdc8676252e5ddf2">
  <xsd:schema xmlns:xsd="http://www.w3.org/2001/XMLSchema" xmlns:xs="http://www.w3.org/2001/XMLSchema" xmlns:p="http://schemas.microsoft.com/office/2006/metadata/properties" xmlns:ns2="82b74cde-721b-4900-965b-f4b64e850898" xmlns:ns3="d0b062d6-04b0-42b2-8da4-328e5eddc887" xmlns:ns4="ce88b3b2-2283-476c-a42e-f70cbf0d0ea2" xmlns:ns5="5e13aadc-de86-43ee-b386-40c01ba74c80" targetNamespace="http://schemas.microsoft.com/office/2006/metadata/properties" ma:root="true" ma:fieldsID="ede554327b7e239947891f4f3cfbff32" ns2:_="" ns3:_="" ns4:_="" ns5:_="">
    <xsd:import namespace="82b74cde-721b-4900-965b-f4b64e850898"/>
    <xsd:import namespace="d0b062d6-04b0-42b2-8da4-328e5eddc887"/>
    <xsd:import namespace="ce88b3b2-2283-476c-a42e-f70cbf0d0ea2"/>
    <xsd:import namespace="5e13aadc-de86-43ee-b386-40c01ba74c80"/>
    <xsd:element name="properties">
      <xsd:complexType>
        <xsd:sequence>
          <xsd:element name="documentManagement">
            <xsd:complexType>
              <xsd:all>
                <xsd:element ref="ns2:DocumentID" minOccurs="0"/>
                <xsd:element ref="ns3:SecurityClearance" minOccurs="0"/>
                <xsd:element ref="ns3:MediaServiceMetadata" minOccurs="0"/>
                <xsd:element ref="ns3:MediaServiceFastMetadata" minOccurs="0"/>
                <xsd:element ref="ns3:MediaServiceDateTaken" minOccurs="0"/>
                <xsd:element ref="ns3:MediaServiceAutoTags" minOccurs="0"/>
                <xsd:element ref="ns3:MediaServiceLocation" minOccurs="0"/>
                <xsd:element ref="ns3:MediaServiceGenerationTime" minOccurs="0"/>
                <xsd:element ref="ns3:MediaServiceEventHashCode" minOccurs="0"/>
                <xsd:element ref="ns3:MediaServiceOCR" minOccurs="0"/>
                <xsd:element ref="ns4:SharedWithUsers" minOccurs="0"/>
                <xsd:element ref="ns4:SharedWithDetails" minOccurs="0"/>
                <xsd:element ref="ns3:MediaServiceAutoKeyPoints" minOccurs="0"/>
                <xsd:element ref="ns3:MediaServiceKeyPoints" minOccurs="0"/>
                <xsd:element ref="ns3:Lilian" minOccurs="0"/>
                <xsd:element ref="ns3:_Flow_SignoffStatus" minOccurs="0"/>
                <xsd:element ref="ns3:MediaLengthInSeconds" minOccurs="0"/>
                <xsd:element ref="ns3:lcf76f155ced4ddcb4097134ff3c332f" minOccurs="0"/>
                <xsd:element ref="ns5:TaxCatchAll" minOccurs="0"/>
                <xsd:element ref="ns3:MediaServiceObjectDetectorVersions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2b74cde-721b-4900-965b-f4b64e850898" elementFormDefault="qualified">
    <xsd:import namespace="http://schemas.microsoft.com/office/2006/documentManagement/types"/>
    <xsd:import namespace="http://schemas.microsoft.com/office/infopath/2007/PartnerControls"/>
    <xsd:element name="DocumentID" ma:index="8" nillable="true" ma:displayName="Número de documento" ma:internalName="DocumentID" ma:readOnly="false">
      <xsd:simpleType>
        <xsd:restriction base="dms:Text">
          <xsd:maxLength value="16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0b062d6-04b0-42b2-8da4-328e5eddc887" elementFormDefault="qualified">
    <xsd:import namespace="http://schemas.microsoft.com/office/2006/documentManagement/types"/>
    <xsd:import namespace="http://schemas.microsoft.com/office/infopath/2007/PartnerControls"/>
    <xsd:element name="SecurityClearance" ma:index="9" nillable="true" ma:displayName="Classificação de segurança" ma:list="{49e70423-32a3-45ac-85d6-aaeec80bf6dc}" ma:internalName="SecurityClearance" ma:readOnly="false" ma:showField="PT_x002d_BR" ma:web="82b74cde-721b-4900-965b-f4b64e850898">
      <xsd:simpleType>
        <xsd:restriction base="dms:Lookup"/>
      </xsd:simpleType>
    </xsd:element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Location" ma:index="14" nillable="true" ma:displayName="Location" ma:internalName="MediaServiceLocation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AutoKeyPoints" ma:index="2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Lilian" ma:index="22" nillable="true" ma:displayName="Lilian" ma:description="Date of creation&#10;" ma:format="DateOnly" ma:internalName="Lilian">
      <xsd:simpleType>
        <xsd:restriction base="dms:DateTime"/>
      </xsd:simpleType>
    </xsd:element>
    <xsd:element name="_Flow_SignoffStatus" ma:index="23" nillable="true" ma:displayName="Sign-off status" ma:internalName="Sign_x002d_off_x0020_status">
      <xsd:simpleType>
        <xsd:restriction base="dms:Text"/>
      </xsd:simpleType>
    </xsd:element>
    <xsd:element name="MediaLengthInSeconds" ma:index="24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6" nillable="true" ma:taxonomy="true" ma:internalName="lcf76f155ced4ddcb4097134ff3c332f" ma:taxonomyFieldName="MediaServiceImageTags" ma:displayName="Image Tags" ma:readOnly="false" ma:fieldId="{5cf76f15-5ced-4ddc-b409-7134ff3c332f}" ma:taxonomyMulti="true" ma:sspId="c0f44cca-6aff-4d49-827c-e4b3bc2e3f1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8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e88b3b2-2283-476c-a42e-f70cbf0d0ea2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e13aadc-de86-43ee-b386-40c01ba74c80" elementFormDefault="qualified">
    <xsd:import namespace="http://schemas.microsoft.com/office/2006/documentManagement/types"/>
    <xsd:import namespace="http://schemas.microsoft.com/office/infopath/2007/PartnerControls"/>
    <xsd:element name="TaxCatchAll" ma:index="27" nillable="true" ma:displayName="Taxonomy Catch All Column" ma:hidden="true" ma:list="{38120fef-ded7-4458-906f-dad16e4e57b9}" ma:internalName="TaxCatchAll" ma:showField="CatchAllData" ma:web="82b74cde-721b-4900-965b-f4b64e85089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Flow_SignoffStatus xmlns="d0b062d6-04b0-42b2-8da4-328e5eddc887" xsi:nil="true"/>
    <SecurityClearance xmlns="d0b062d6-04b0-42b2-8da4-328e5eddc887" xsi:nil="true"/>
    <Lilian xmlns="d0b062d6-04b0-42b2-8da4-328e5eddc887" xsi:nil="true"/>
    <DocumentID xmlns="82b74cde-721b-4900-965b-f4b64e850898" xsi:nil="true"/>
    <lcf76f155ced4ddcb4097134ff3c332f xmlns="d0b062d6-04b0-42b2-8da4-328e5eddc887">
      <Terms xmlns="http://schemas.microsoft.com/office/infopath/2007/PartnerControls"/>
    </lcf76f155ced4ddcb4097134ff3c332f>
    <TaxCatchAll xmlns="5e13aadc-de86-43ee-b386-40c01ba74c80" xsi:nil="true"/>
  </documentManagement>
</p:properties>
</file>

<file path=customXml/itemProps1.xml><?xml version="1.0" encoding="utf-8"?>
<ds:datastoreItem xmlns:ds="http://schemas.openxmlformats.org/officeDocument/2006/customXml" ds:itemID="{1EB9EF6C-E0B0-4CC3-834E-743815C7709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2b74cde-721b-4900-965b-f4b64e850898"/>
    <ds:schemaRef ds:uri="d0b062d6-04b0-42b2-8da4-328e5eddc887"/>
    <ds:schemaRef ds:uri="ce88b3b2-2283-476c-a42e-f70cbf0d0ea2"/>
    <ds:schemaRef ds:uri="5e13aadc-de86-43ee-b386-40c01ba74c8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B767143E-33A9-45BF-A508-47CE1876AEFF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1F93E45-F447-414A-8C44-4F718C8770D3}">
  <ds:schemaRefs>
    <ds:schemaRef ds:uri="82b74cde-721b-4900-965b-f4b64e850898"/>
    <ds:schemaRef ds:uri="d0b062d6-04b0-42b2-8da4-328e5eddc887"/>
    <ds:schemaRef ds:uri="http://schemas.microsoft.com/office/2006/metadata/properties"/>
    <ds:schemaRef ds:uri="http://schemas.microsoft.com/office/infopath/2007/PartnerControls"/>
    <ds:schemaRef ds:uri="5e13aadc-de86-43ee-b386-40c01ba74c80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227</TotalTime>
  <Words>235</Words>
  <Application>Microsoft Office PowerPoint</Application>
  <PresentationFormat>Widescreen</PresentationFormat>
  <Paragraphs>48</Paragraphs>
  <Slides>4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4</vt:i4>
      </vt:variant>
    </vt:vector>
  </HeadingPairs>
  <TitlesOfParts>
    <vt:vector size="10" baseType="lpstr">
      <vt:lpstr>-apple-system</vt:lpstr>
      <vt:lpstr>Arial</vt:lpstr>
      <vt:lpstr>Calibri</vt:lpstr>
      <vt:lpstr>Calibri Light</vt:lpstr>
      <vt:lpstr>Open Sans</vt:lpstr>
      <vt:lpstr>Tema do Office</vt:lpstr>
      <vt:lpstr>Apresentação do PowerPoint</vt:lpstr>
      <vt:lpstr>Lorem Ipsum is simply dummy text of the printing and typesetting industry.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Pierri, Marina de Sene (BIR)</dc:creator>
  <cp:lastModifiedBy>Da Silva, Marcio (BIR)</cp:lastModifiedBy>
  <cp:revision>186</cp:revision>
  <dcterms:created xsi:type="dcterms:W3CDTF">2022-03-07T18:58:56Z</dcterms:created>
  <dcterms:modified xsi:type="dcterms:W3CDTF">2025-03-12T11:19:28Z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0x010100D9D66CEC5F2C404782F911C86DB1F77300943D3F739B659647BD5CFC479406D26F</vt:lpwstr>
  </property>
  <property fmtid="{D5CDD505-2E9C-101B-9397-08002B2CF9AE}" pid="3" name="MediaServiceImageTags">
    <vt:lpwstr/>
  </property>
</Properties>
</file>